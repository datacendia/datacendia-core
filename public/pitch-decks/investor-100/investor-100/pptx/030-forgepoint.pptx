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FORGEPOINT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FORGEPOINT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ForgePoint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Series A to B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FORGEPOINT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ForgePoint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specialist. Former National Security Agency background. Focus on enterprise security infrastructure.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ForgePoint's NSA background + critical infrastructure security (Dragos) aligns with Datacendia's sovereign AI governance for energy, defense, and regulated industries.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Dragos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Devo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Coalfire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Carbon Black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ForgePoint backed Dragos (critical infrastructure security). Datacendia extends that thesis: AI governance for critical infrastructure — on-prem, air-gapped, cryptographically secured.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ForgePoint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for critical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 / Critical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ForgePoint Capital — AI governance for critical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ForgePoint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