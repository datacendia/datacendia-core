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Tel Aviv / San Francisco · Seed to Series 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Israeli cybersecurity DNA. CISO advisory board validates every investment. Backs founders from elite intelligence units.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YL's CISO network validates real security gaps. Enterprise CISOs confirm: AI governance with cryptographic evidence is the missing layer in their security stack.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Orca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Hunters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Grip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YL's CISO advisory board validates gaps. Ask any enterprise CISO: AI decisions need audit trails. Datacendia provides cryptographic evidence for every AI action — CISO-validated.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CISO-validated AI security gap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YL Ventures — CISO-validated AI security gap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YL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