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BESSEMER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BESSEMER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Bessemer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BESSEMER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Bessemer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Cloud computing and enterprise SaaS authority. Publishes the definitive Cloud 100 list. Deep enterprise GTM expertise.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Bessemer knows enterprise SaaS better than anyone. Datacendia's $50K pilot → $1.5M+ enterprise expansion follows the land-and-expand playbook Bessemer has perfected.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Twilio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Toast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PagerDuty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Auth0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Bessemer's Cloud 100 defines enterprise SaaS. Datacendia's $50K pilot → $1.5M+ enterprise model, 99.99% SLA, and 4 deployment modes follow the exact playbook.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Bessemer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Textbook enterprise SaaS land-and-expand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Bessemer Venture Partners — Textbook enterprise SaaS land-and-expand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Bessemer Venture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