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WORKDAY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WORKDAY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Workday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Pleasanton, CA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WORKDAY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Workday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that extend Workday's enterprise HCM and finance platform. Focus on AI, analytics, and workforce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Workday customers use AI for workforce and financial decisions. Those decisions need governance — especially under EU AI Act which classifies HR AI as high-risk.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Peakon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VNDLY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Scout RFP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Platfora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 AI Act classifies HR/workforce AI as high-risk. Every Workday customer using AI for hiring, promotion, or workforce planning needs governance. Datacendia delivers 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Workday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HR AI governance — EU AI Act high-risk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HR /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Workday Ventures — HR AI governance — EU AI Act high-risk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Workday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