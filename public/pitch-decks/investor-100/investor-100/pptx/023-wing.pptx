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WING VENTURE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WING VENTURE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Wing Venture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Seed to Series B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WING VENTURE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Wing Venture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technology specialist. Former operators from enterprise companies. Deep expertise in enterprise go-to-market.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Wing's enterprise expertise + data infrastructure focus (Snowflake, VAST Data, Cohesity) makes them ideal for Datacendia's enterprise AI governance play.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Snowflake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Cohesity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VAST Data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InfluxData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Uptycs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Wing combines enterprise GTM expertise with data infrastructure pattern-matching (Snowflake, VAST Data). Datacendia is the governance layer for enterprise AI — same enterprise DNA.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Wing Venture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GTM for AI governance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Wing Venture Capital — Enterprise GTM for AI governance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Wing Venture Capital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