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FELICIS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FELICIS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Felicis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Series B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FELICIS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Felicis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Backs founders building iconic companies. Focus on enterprise infrastructure and platforms that scale globally.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infrastructure that scales globally — 23 jurisdictions covered, 4 deployment modes, multi-language support. Built for global enterprises from day 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Adyen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 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Fitbit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Felicis backs globally-scaling platforms (Adyen, Shopify, Credit Karma). Datacendia covers 23 jurisdictions with sovereign deployment — built for global enterprise from inception.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Felicis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Globally-scaling AI governance platform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Felicis Ventures — Globally-scaling AI governance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Felicis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