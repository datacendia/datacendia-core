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ATOMICO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ATOMICO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Atomico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Series A to Growth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ATOMICO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Atomico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European technology champion. Founded by Skype co-founder. Backs European companies that scale globally.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Atomico is Europe's champion VC. EU AI Act makes Europe the epicenter of AI governance demand. Datacendia is European-regulation-native with global deployment.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Graphcore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Lilium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Supercell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Klarna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MessageBird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Atomico champions European tech globally (Klarna, Wise). EU AI Act makes Europe the AI governance epicenter. Datacendia is built EU-first with 23 jurisdictions — then scales globally.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Atomico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 AI Act makes Europe the AI governance market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European 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Atomico — EU AI Act makes Europe the AI governance market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Atomico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