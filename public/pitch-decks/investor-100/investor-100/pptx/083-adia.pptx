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ABU DHABI INVESTMENT AUTHORITY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ABU DHABI INVESTMENT AUTHORITY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Abu Dhabi Investment Authority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Abu Dhabi, UAE · Growth to Late · $990B+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ABU DHABI INVESTMENT AUTHORITY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Abu Dhabi Investment Authority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World's third-largest sovereign wealth fund. Technology division invests in AI, enterprise software, and digital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ADIA's technology investments span regulated industries globally. AI governance is infrastructure that protects every technology investment in their portfolio.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Technology portfolio companies (private)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Jio Platforms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ADIA ($990B) invests in technology globally. AI governance protects every AI-deploying portfolio company from regulatory risk. Datacendia is portfolio-wide risk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Abu Dhabi Investment Authority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as portfolio risk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Sovereign Wealth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Abu Dhabi Investment Authority — AI governance as portfolio risk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Abu Dhabi Investment Authority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