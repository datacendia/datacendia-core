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RAZOR'S EDGE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RAZOR'S EDGE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Razor's Edge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Arlington, VA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RAZOR'S EDGE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Razor's Edge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Defense and government technology. Veterans and former senior defense officials. Focus on dual-use technology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Razor's Edge knows the defense procurement cycle. Datacendia's IL4/IL5 pathway and FedRAMP-ready architecture align with government buying patterns.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Second Front Systems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Shift5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Rebellion Defense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Applied Intuition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Razor's Edge navigates defense procurement (Second Front, Shift5). Datacendia is on the IL4/IL5 pathway with air-gapped deployment — built for government acquisition.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Razor's Edge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Defense-ready AI governance on IL4/IL5 pathway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Razor's Edge Ventures — Defense-ready AI governance on IL4/IL5 pathway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Razor's Edge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