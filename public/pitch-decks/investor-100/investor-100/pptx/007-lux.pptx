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LUX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LUX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Lux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Seed to Growth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LUX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Lux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Contrarian bets on deep technology. Backs founders building in hard science, defense, and infrastructure.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Lux backs deep tech that solves hard problems. Datacendia's cryptographic decision evidence and air-gapped sovereign deployment solve the hardest problem in AI: accountability.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Anduril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Saildrone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Eikon Therapeutics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Desktop Metal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Lux invested in Anduril (defense AI) and deep tech infrastructure. Datacendia deploys in classified environments with TPM attestation and hardware-rooted trust — defense-grade AI governance.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Lux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Defense-grade AI accountability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Deep Tech / Defense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Lux Capital — Defense-grade AI accountability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Lux Capital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