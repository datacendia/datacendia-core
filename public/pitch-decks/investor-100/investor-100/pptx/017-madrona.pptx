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MADRONA VENTURE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MADRONA VENTURE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Madrona Venture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Seattle, WA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MADRONA VENTURE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Madrona Venture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and enterprise infrastructure. Deep ties to Microsoft/AWS ecosystem. Focus on applied intelligence and data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Madrona's data infrastructure focus (early Snowflake investor) aligns perfectly with Datacendia's position as the AI governance data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Rover.com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Smartsheet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Redfin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Isilon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Madrona was early in Snowflake and Smartsheet. Datacendia is the AI governance layer that sits on top of data infrastructure — the next must-have enterprise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Madrona Venture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data infrastructure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Data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Madrona Venture Group — AI governance as the next data infrastructure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Madrona Venture Group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