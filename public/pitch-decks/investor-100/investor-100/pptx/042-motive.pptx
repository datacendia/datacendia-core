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MOTIVE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MOTIVE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Motive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New York / London · Growth · $7B+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MOTIVE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Motive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Financial technology specialist. Deep operational expertise building fintech companies. Transatlantic with EU presence.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Motive's transatlantic fintech focus means they understand both US and EU regulation. Datacendia covers both with 23 jurisdictions and EU AI Act compliance.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Dun &amp; Bradstreet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Finantix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InvestCloud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Paysafe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Motive operates transatlantic fintech (NYC + London). Datacendia covers EU AI Act + DORA + US regulations across 23 jurisdictions — built for the transatlantic compliance landscape.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Motive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Transatlantic AI compliance for financial services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Fintech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Motive Partners — Transatlantic AI compliance for financial services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Motive Partners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