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SWISSCOM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SWISSCOM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Swisscom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Bern, Switzerland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SWISSCOM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Swisscom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Swiss digital sovereignty and enterprise technology. Swisscom is Switzerland's national telco. Backs companies serving Swiss enterprise and government.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 serves Swiss government and enterprise. They need sovereign AI governance that keeps data in Switzerland. Datacendia deploys on-prem with Swiss data residency.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Scandit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Beekeeper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Advertima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Apiax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 serves Swiss government and banking. Swiss enterprises demand sovereign AI: data stays in Switzerland, governance is auditable, deployment is on-prem. Datacendia delivers all three.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Swisscom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Swiss enterprise and government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Swiss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Swisscom Ventures — Sovereign AI governance for Swiss enterprise and government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Swisscom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