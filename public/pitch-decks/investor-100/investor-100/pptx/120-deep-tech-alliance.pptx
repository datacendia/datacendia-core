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DEEP TECH ALLIANCE (EU)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DEEP TECH ALLIANCE (EU)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Deep Tech Alliance (EU)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Network / Accelerator · Pan-European · Pre-Seed to Series A · N/A (Network)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DEEP TECH ALLIANCE (EU)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Deep Tech Alliance (EU)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sovereign deep tech ecosystem. Connects 15+ European deep tech hubs, accelerators, and investors. Pipeline to EU institutional investors.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 Tech Alliance connects sovereign deep tech with European institutional capital. Datacendia's multi-agent AI governance is deep tech solving a European regulatory problem.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Network alumni across quantum, AI, space, bio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 Tech Alliance connects EU sovereign deep tech with capital. Datacendia: multi-agent deliberation + cryptographic evidence = deep tech solving the EU AI Act challenge. European-built.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Deep Tech Alliance (EU)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deep tech network for sovereign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 Network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Deep Tech Alliance (EU) — European deep tech network for sovereign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Deep Tech Alliance (EU)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