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SCHRODERS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SCHRODERS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Schroders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VC Fund-of-Funds · Zurich / London · Growth · $90B+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SCHRODERS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Schroders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Swiss-rooted responsible investment. Strong ESG integration. Digital sovereignty aligned with Swiss neutrality and data protection traditions.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 institutions demand sovereign data handling. Datacendia's zero-copy architecture and on-prem deployment aligns with Swiss banking secrecy traditions adapted for the AI era.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via fund-of-funds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Direct co-investments in security/enterprise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Schroders ($90B+, Swiss-rooted) understands data sovereignty deeply. Datacendia: zero-copy data architecture, on-prem deployment, Swiss-compatible sovereignty — AI governance for the most regulated markets.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Schroders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Swiss-grade data sovereignty for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Swiss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Schroders Capital — Swiss-grade data sovereignty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Schroders Capital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