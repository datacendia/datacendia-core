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NEXT GENERATION INTERNET (NGI)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NEXT GENERATION INTERNET (NGI)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Next Generation Internet (NGI)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EU Program · Brussels, Belgium · Grants (€50K–€200K) · €250M+ (Horizon Europe)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NEXT GENERATION INTERNET (NGI)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Next Generation Internet (NGI)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digital sovereignty and human-centric internet. EU-funded cascade grants for open, trustworthy, and sovereign internet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NGI funds sovereign, open-source internet infrastructure. Datacendia is sovereign decision evidence infrastructure — open-source, privacy-preserving, and European-regulation-native.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Mastodon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PeerTube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Nextcloud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Matrix/Element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NGI (EU Horizon Europe) funds sovereign internet infrastructure. Datacendia qualifies: open-source AI governance, sovereign deployment, GDPR/EU AI Act native, zero-copy data architecture.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Next Generation Internet (NGI)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EU-funded sovereign decision evidence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Next Generation Internet (NGI) — EU-funded sovereign decision evidence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Next Generation Internet (NGI)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