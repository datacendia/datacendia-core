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SHIELD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SHIELD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Shield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Washington, DC · 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SHIELD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Shield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National security technology. Founded by Raj Shah (former head of Defense Innovation Unit). Backs dual-use defense startups.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Shield Capital understands that defense AI needs governance. Datacendia provides cryptographic accountability for AI decisions in classified environments.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Primer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SpiderOak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Rebellion Defense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 Front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Shield Capital (former DIU leadership) backs defense AI. Datacendia provides what defense AI is missing: cryptographic governance with air-gapped deployment and hardware-rooted trust.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Shield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Cryptographic AI governance for national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Shield Capital — Cryptographic AI governance for national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Shield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