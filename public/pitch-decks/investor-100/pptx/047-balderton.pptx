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BALDERTON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BALDERTON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Balderton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London, UK · Series A to B · $5B+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BALDERTON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Balderton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European-only fund. Backs European founders building global category leaders. Deep enterprise SaaS expertise.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Balderton's European-only thesis + EU AI Act = perfect fit. Datacendia solves the European AI governance problem with sovereign deployment and EU regulatory compliance.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Revolut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Citymapper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Nutmeg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GoCardless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The Hut Group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Balderton is Europe's enterprise authority. EU AI Act creates a €2B+ AI governance market in Europe alone. Datacendia is purpose-built: sovereign deployment, EU regulatory mapping, GDPR-native.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Balderton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European AI governance market leader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European Enterprise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Balderton Capital — European AI governance market leader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Balderton Capital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