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SANDS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SANDS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Sands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Arlington, VA · Growth to Late · $55B+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SANDS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Sands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Long-term growth investor. Backs businesses with durable competitive advantages and large addressable markets.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Sands Capital's criteria: durable competitive advantage + large TAM. Datacendia's cryptographic moat is durable; AI governance TAM grows with every AI deployment globally.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ServiceNow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Veeva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Sands Capital seeks durable moats + large TAM. Datacendia's moat: cryptographic decision evidence (Ed25519/Merkle trees) is technically deep. TAM: every enterprise deploying AI globally.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Sands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Durable cryptographic moat + massive expanding 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Growth Equity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Sands Capital — Durable cryptographic moat + massive expanding TAM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Sands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