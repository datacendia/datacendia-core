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INDEX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INDEX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Index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 / San Francisco · Seed to Growth · $12B+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INDEX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Index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European-founded, global scope. Backs platforms that become enterprise defaults. Strong in open-source business models.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follows the open-core model (Apache 2.0 community edition). Index has proven expertise scaling open-source to enterprise — Elastic, Confluent, HashiCorp.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Elastic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Confluent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HashiCorp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Figma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Discord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Index turned open-source into enterprise giants (Elastic, Confluent, HashiCorp). Datacendia's Apache 2.0 community edition builds trust pipeline → enterprise conversion.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Index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Open-core AI governance — proven model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Open Source /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Index Ventures — Open-core AI governance — proven model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Index Ventures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