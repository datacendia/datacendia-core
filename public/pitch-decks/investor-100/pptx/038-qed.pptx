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QED INVESTORS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QED INVESTORS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QED Investors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Alexandria, VA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QED INVESTORS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QED Investors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Fintech specialist founded by Capital One co-founder. Deep financial services expertise and regulatory understanding.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QED's Capital One DNA means they understand financial regulation deeply. DORA + EU AI Act create mandatory AI governance for every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Remitly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 (Capital One co-founder) knows financial regulation. DORA mandates AI operational resilience for financial institutions by Jan 2025. Datacendia delivers: cryptographic evidence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QED Investors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DORA-mandated AI governance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QED Investors — DORA-mandated AI governance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QED Investors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