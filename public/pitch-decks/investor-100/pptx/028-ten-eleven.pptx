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TEN ELEVEN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TEN ELEVEN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Ten Eleven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Palo Alto, CA · Seed to Growth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TEN ELEVEN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Ten Eleven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Cybersecurity-only fund. Largest dedicated cyber fund. Thesis: security must evolve with every new technology wave.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Every new tech wave (cloud → Twistlock, email → Abnormal) needs security. The AI wave needs Datacendia: governance, accountability, and cryptographic audit trails.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Twistlock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Verodin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KnowBe4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Abnormal Security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Ten Eleven: security follows every tech wave. Cloud needed Twistlock, email needed Abnormal. AI needs Datacendia — cryptographic governance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Ten Eleven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Security for the AI wave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Cybersecurity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Ten Eleven Ventures — Security for the AI wave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Ten Eleven Ventures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