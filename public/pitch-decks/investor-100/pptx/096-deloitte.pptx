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DELOITTE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DELOITTE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Deloitte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New York / London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DELOITTE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Deloitte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aligned with Deloitte's enterprise advisory practice. Focus on audit, risk, compliance, and AI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Deloitte audits thousands of enterprises on compliance. AI governance is becoming part of every audit. Datacendia provides the evidence Deloitte auditors need to verify.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Chainalysis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Narrative Science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Deloitte audits enterprise compliance globally. AI governance evidence will be part of every audit. Datacendia generates audit-ready cryptographic evidence — making Deloitte's job easier.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Deloitte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Audit-ready AI governance evidence for Big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Audit / Compliance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Deloitte Ventures — Audit-ready AI governance evidence for Big 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Deloitte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