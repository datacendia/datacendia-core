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has backed the data stack (Databricks,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Andreessen Horowitz (a16z)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