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ACCEL PARTNERS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ACCEL PARTNERS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Accel Partners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Palo Alto / London · Seed to Growth · $15B+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ACCEL PARTNERS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Accel Partners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Pattern recognition across enterprise SaaS and security. Strong European presence for transatlantic deals.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Accel's security investments (CrowdStrike, Snyk) + enterprise SaaS (Atlassian, Slack) = perfect fit for Datacendia's AI security and governance platform.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CrowdStrike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Atlassian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Slack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UiPath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Snyk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Accel backed CrowdStrike (endpoint security), Snyk (developer security), and UiPath (automation). Datacendia is AI decision security: cryptographic proof for every automated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Accel Partners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AI decision security — the next CrowdStrike vector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Enterprise Security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Accel Partners — AI decision security — the next CrowdStrike vector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Accel Partners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