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GIC (GOVERNMENT OF SINGAPORE)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GIC (GOVERNMENT OF SINGAPORE)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GIC (Government of Singapore)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Sovereign Wealth Fund · Singapore · Growth to Late · $770B+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GIC (GOVERNMENT OF SINGAPORE)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GIC (Government of Singapore)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Singapore's sovereign wealth fund. Long-term investor in technology and infrastructure. Active in enterprise and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GIC's portfolio companies span Asia's regulated industries. Singapore's AI governance framework (PDPA + Model AI Governance Framework) creates demand Datacendia serves.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Grab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ByteDance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JD.com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Flipkart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GIC portfolio spans Asian enterprises adopting AI. Singapore leads AI governance regulation in ASEAN. Datacendia covers 23 jurisdictions including Singapore's AI framework.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GIC (Government of Singapore)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for ASEAN's regulated enterprises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Sovereign Wealth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GIC (Government of Singapore) — AI governance for ASEAN's regulated enterprises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GIC (Government of Singapore)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