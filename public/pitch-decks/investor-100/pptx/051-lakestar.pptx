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LAKESTAR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LAKESTAR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Lakestar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Zurich / London / Berlin · Seed to Growth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LAKESTAR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Lakestar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enterprise and consumer tech. Strong German-speaking market focus. Deep enterprise SaaS network.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Lakestar's DACH (Germany, Austria, Switzerland) focus is strategic: Germany's Federal Data Protection Act + EU AI Act create the strictest AI governance requirements globally.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Spotify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Revolut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Glovo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Sennder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Lakestar dominates DACH enterprise. Germany has the strictest AI regulation in Europe. Datacendia is built for this: sovereign deployment, GDPR-native, EU AI Act compliance from day one.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Lakestar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DACH market — strictest AI regulation globally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Lakestar — DACH market — strictest AI regulation globally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Lakestar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