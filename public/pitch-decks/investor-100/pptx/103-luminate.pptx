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LUMINATE GROUP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LUMINATE GROUP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Luminate Group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Impact Investment (Omidyar) · London, UK · Grants to Series B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LUMINATE GROUP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Luminate Group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Digital rights, civic empowerment, and government accountability. Part of the Omidyar Group. Backs technology that protects democratic institutions.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AI governance protects digital rights. When governments and corporations deploy AI, Datacendia ensures every decision has evidence, every dissent is preserved — accountability for power.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Access Now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Global Witness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Internews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Mozilla Foundation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Luminate protects digital rights and government accountability. Datacendia ensures AI accountability: cryptographic evidence for every decision, dissent preserved, power held transparent.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Luminate Group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accountability for democratic institutions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Digital Rights / Civic 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Luminate Group — AI accountability for democratic institutions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Luminate Group</dc:title>
  <dc:subject>PptxGenJS Presentation</dc:subject>
  <dc:creator>Datacendia</dc:creator>
  <cp:lastModifiedBy>Datacendia</cp:lastModifiedBy>
  <cp:revision>1</cp:revision>
  <dcterms:created xsi:type="dcterms:W3CDTF">2026-03-17T15:48:27Z</dcterms:created>
  <dcterms:modified xsi:type="dcterms:W3CDTF">2026-03-17T15:48:27Z</dcterms:modified>
</cp:coreProperties>
</file>