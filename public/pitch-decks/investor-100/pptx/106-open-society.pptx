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OPEN SOCIETY FOUNDATIONS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OPEN SOCIETY FOUNDATIONS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Open Society Foundations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Foundation / Impact · New York, NY · Grants to Mission Investments · $25B+ endowment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OPEN SOCIETY FOUNDATIONS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Open Society Foundations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Open, democratic societies. Digital rights, government transparency, and accountability. Combating authoritarian use of technology.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Open Society combats opaque, authoritarian AI. Datacendia makes AI transparent by design: every decision is evidenced, every dissent preserved, every claim traceable to its source.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Article 19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Tactical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Institute for Strategic Dialogue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Open Society fights opaque power. AI is the new opaque power. Datacendia makes AI decisions transparent: cryptographic evidence, preserved dissent, sovereign deployment — accountability infrastructure.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Open Society Foundations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Transparency infrastructure against opaque AI power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Democracy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Open Society Foundations — Transparency infrastructure against opaque AI power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Open Society Foundations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