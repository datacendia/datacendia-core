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SCALE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SCALE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Scale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Foster City, CA · Series A to B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SCALE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Scale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SaaS with data-driven approach. Uses proprietary data to identify enterprise breakout companies.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Scale VP backs enterprise SaaS breakouts. Datacendia's regulatory tailwind (EU AI Act, DORA) creates the forcing function for enterprise adoption — breakout conditions.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Box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DocuSign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HubSpot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Exact Sciences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Scale VP identifies enterprise breakouts early (Box, DocuSign). EU AI Act + DORA create a regulatory forcing function for AI governance — Datacendia is positioned at the inflection point.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Scale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Regulatory forcing function creates breakout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SaaS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Scale Venture Partners — Regulatory forcing function creates breakout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Scale Venture Partners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