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ICONIQ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ICONIQ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ICONIQ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Series B to Growth · $14B+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ICONIQ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ICONIQ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and data infrastructure. Backs proven-traction companies scaling to enterprise dominance.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ICONIQ backs data infrastructure that becomes enterprise-critical (Snowflake, Datadog, GitLab). Datacendia is next: the governance layer for AI-driven enterprises.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Procore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ICONIQ backed Snowflake, Datadog, and GitLab — infrastructure that enterprises cannot live without. Datacendia is the AI governance layer that becomes equally indispensable.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ICONIQ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Indispensable decision evidence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ICONIQ Growth — Indispensable decision evidence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ICONIQ Growth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