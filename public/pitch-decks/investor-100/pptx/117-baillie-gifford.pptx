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BAILLIE GIFFORD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BAILLIE GIFFORD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Baillie Gifford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/ Public Equity · Edinburgh, Scotland · Growth to Public · $360B+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BAILLIE GIFFORD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Baillie Gifford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Ultra long-term patient capital. Backs transformative companies for 10+ year horizons. Strong responsible investing and governance principles.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Baillie Gifford takes 10+ year views on transformative technology. AI governance is a multi-decade infrastructure category — patient capital is the right capital.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Tesla (early)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Amazon (early)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Moderna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Illumina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Baillie Gifford ($360B+) invests on 10+ year horizons (Tesla, Amazon early). AI governance is a multi-decade infrastructure need — growing with every AI deployment globally. Patient capital fits.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Baillie Gifford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Multi-decade decision evidence infrastructure opportunity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Responsible Investing / Patient Capital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Baillie Gifford — Multi-decade decision evidence infrastructure opportunity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Baillie Gifford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