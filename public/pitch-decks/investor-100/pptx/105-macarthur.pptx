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MACARTHUR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MACARTHUR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MacArthur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Chicago, IL · Grants to Mission Investments · $8B+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MACARTHUR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MacArthur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governance, digital civil liberties, and criminal justice reform. Funds technology that protects civil liberties in an AI-driven world.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MacArthur funds digital civil liberties. Datacendia's cryptographic evidence and decision audit trails prevent AI from being used without accountability in justice, welfare, and public services.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Upturn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Center for Democracy &amp;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Electronic Privacy Information Center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MacArthur protects civil liberties in the AI era. Datacendia provides the infrastructure: every AI decision in justice, welfare, or public services has a cryptographic evidence trail.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MacArthur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Civil liberties protection through AI evidence trails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Civil Liberties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MacArthur Foundation — Civil liberties protection through AI evidence trails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MacArthur Foundation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