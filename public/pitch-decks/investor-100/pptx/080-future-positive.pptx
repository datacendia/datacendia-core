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FUTURE POSITIVE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FUTURE POSITIVE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Future Positive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 / Lisbon · Seed to Series 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FUTURE POSITIVE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Future Positive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responsible technology fund. Backs companies building ethical, transparent, and accountable technology systems.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Future Positive's mission IS Datacendia's mission: accountable, transparent technology. AI governance with cryptographic evidence is the embodiment of their thesis.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Onfido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Thought Machine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Privitar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Future Positive backs ethical, transparent tech (Onfido identity, Privitar privacy). Datacendia is transparent AI: cryptographic proof of every decision, dissent preserved, evidence-linked.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Future Positive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Ethical AI infrastructure with cryptographic transparency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Responsible 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Future Positive Capital — Ethical AI infrastructure with cryptographic transparency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Future Positive Capital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