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NORWEST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NORWEST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Norwest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Jose, CA · Series A to Growth · $12B+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NORWEST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Norwest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technology and financial services. Wells Fargo-backed with deep financial institution access. Patient, long-term capital.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Norwest's Wells Fargo relationship provides direct access to financial institution buyers. DORA + AI governance mandates make Datacendia essential for every bank.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Workiva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Finastra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Udemy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Calm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Pindrop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Norwest (Wells Fargo-backed) has unique financial institution access. DORA mandates AI governance for all financial institutions. Datacendia + Norwest's bank network = direct enterprise pipeline.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Norwest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Wells Fargo network → financial institution GTM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Financial Services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Norwest Venture Partners — Wells Fargo network → financial institution GTM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Norwest Venture Partners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