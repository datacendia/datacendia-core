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EARLYBIRD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EARLYBIRD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Earlybird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Munich / Istanbul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EARLYBIRD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Earlybird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deep tech and enterprise. Digital East Fund covers emerging European markets. Strong government and defense connections.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Earlybird's deep tech thesis + European enterprise focus aligns perfectly with Datacendia's multi-agent AI governance — deep tech solving the EU AI Act challenge.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Taxfix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Earlybird backs European deep tech (UiPath, N26). Datacendia is deep tech: multi-agent deliberation, cryptographic evidence, sovereign deployment — solving EU AI Act for European enterprises.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Earlybird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Earlybird Venture Capital — European deep tech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Earlybird Venture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