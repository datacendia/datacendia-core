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CYBERSTARTS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CYBERSTARTS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Cyberstarts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Tel Aviv / San Francisco · Seed to Series A · $800M+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CYBERSTARTS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Cyberstarts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Cybersecurity-only fund founded by former CISO operators. Backs security companies solving net-new enterprise problems.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applies zero-trust cryptographic security to AI decisions — a net-new problem no incumbent solves. Every AI decision is signed with Ed25519 and anchored in Merkle trees.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Wiz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Fireblocks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Axonius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Cato Networks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Cyberstarts backed Wiz ($12B) and Axonius — security for cloud and assets. Datacendia is security for AI decisions: cryptographic proof, zero-trust architecture, sovereign deployment.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Cyberstarts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Zero-trust security for AI decisions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Cybersecurity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Cyberstarts — Zero-trust security for AI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Cyberstarts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