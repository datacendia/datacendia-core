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THOMA BRAVO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THOMA BRAVO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Thoma Bravo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 / Chicago · Growth / Buyout · $130B+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THOMA BRAVO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Thoma Bravo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Largest software-focused private equity firm. Acquires and scales enterprise software companies. Deep cybersecurity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Bravo's cybersecurity portfolio (SailPoint, Sophos, Proofpoint) + enterprise software expertise = understanding that AI governance is the next security category.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SailPoint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Sophos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Proofpoint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Dynatrace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Veracode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Thoma Bravo ($130B) dominates enterprise security (SailPoint, Sophos, Proofpoint). AI governance is the next security category — Datacendia: cryptographic AI decision security.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Thoma Bravo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as the next enterprise security category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Security / PE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Thoma Bravo — AI governance as the next enterprise security category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Thoma Bravo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