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NIGHTDRAGON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NIGHTDRAGON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NightDragon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Scottsdale, AZ · Growth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NIGHTDRAGON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NightDragon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Cybersecurity and privacy with government connections. Dave DeWalt (former CEO of FireEye/McAfee) as managing director.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NightDragon's government + security focus aligns with Datacendia's air-gapped, sovereign deployment for defense and regulated enterprises.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Claroty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Cybereason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SafeBreach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Coalfire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NightDragon (Dave DeWalt) bridges cybersecurity and government. Datacendia deploys air-gapped with TPM attestation — defense-grade AI governance with government-ready security.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NightDragon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Government-grade AI security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Cybersecurity / Defense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NightDragon — Government-grade AI security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NightDragon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