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DBL PARTNERS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DBL PARTNERS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DBL Partners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Evidence Infrastructure for AI Systems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San Francisco, CA · Series A to Growth · $1B+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DBL PARTNERS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DBL Partners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Double bottom line: financial returns + social impact. Backed Tesla and SolarCity early. Focus on mission-driven tech.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DBL's double bottom line thesis fits Datacendia: financial returns (enterprise SaaS) + social impact (AI accountability and transparency for society).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Tesla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SolarCity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The Honest Company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Pandora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DBL backs mission-driven companies (Tesla, SolarCity). Datacendia's mission: make AI accountable. Enterprise SaaS returns + societal impact of transparent, evidence-based AI decisions.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Decision Evidence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Every enterprise deploying AI will be required to produce decision evidence under regulatory or legal challenge — and no platform exists to generate it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widely adopted platform provides cryptographically verifiable decision evidence at the decision level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Widely adopted decision-evidence platforms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DBL Partners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Enterprise returns + AI accountability mission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Impact / Enterprise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Why This Must Exist Now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EU AI Act (2025–2026) → enforceable auditability requirements. DORA → operational traceability for financial services. Litigation risk → retrospective scrutiny of AI decisions. Enterprise AI adoption → exploding unaudited decision surface. This creates a new infrastructure requirement: decision evidence.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28" name="Picture 27" descr="nvidia-inception-program-badge-rgb-for-scree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92040" y="4023360"/>
            <a:ext cx="1645920" cy="82296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Active enterprise design-partner conversations (financial institution, Big 4 channel). NVIDIA Inception member. 3 LOI-stage discussions.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3 design partners signed, SOC 2 Type II certification, regulatory validation (EU AI Act compliance audit).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Prepared for DBL Partners — Enterprise returns + AI accountability mission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DBL Partners</dc:title>
  <dc:subject>PptxGenJS Presentation</dc:subject>
  <dc:creator>Datacendia</dc:creator>
  <cp:lastModifiedBy>Datacendia</cp:lastModifiedBy>
  <cp:revision>1</cp:revision>
  <dcterms:created xsi:type="dcterms:W3CDTF">2026-03-17T15:48:26Z</dcterms:created>
  <dcterms:modified xsi:type="dcterms:W3CDTF">2026-03-17T15:48:26Z</dcterms:modified>
</cp:coreProperties>
</file>