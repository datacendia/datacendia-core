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AIR STREET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AIR STREET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Air Street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Pre-Seed to Series 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AIR STREET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Air Street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AI-first companies building real technology. Deep technical diligence. European roots with global scope.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Air Street understands deep AI and European regulation. Datacendia is built for the EU AI Act with sovereign deployment — exactly what European enterprises need.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Stability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Faculty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LabGenius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Kheiron Medical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Air Street backs technically deep AI companies from Europe. Datacendia is EU AI Act-native, multi-agent deliberation with cryptographic evidence — deep tech meets regulatory necessity.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Air Street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 AI Act-native deep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Air Street Capital — EU AI Act-native deep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Air Street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