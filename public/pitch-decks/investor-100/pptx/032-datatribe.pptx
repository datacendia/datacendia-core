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DATATRIBE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DATATRIBE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DataTribe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Studio · Fulton, MD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DATATRIBE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DataTribe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venture studio near NSA/USCYBERCOM. Commercializes technology from intelligence community and national labs.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commercializes IC technology. Datacendia's cryptographic evidence (Ed25519, Merkle trees, RFC 3161) and air-gapped deployment mirror IC-grade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ReFirm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Prevailion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(near NSA) commercializes intelligence community tech. Datacendia uses IC-grade cryptography — Ed25519 signatures, Merkle trees, TPM attestation — for enterprise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DataTribe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IC-grade cryptography for commercial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Intelligence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DataTribe — IC-grade cryptography for commercial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DataTribe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