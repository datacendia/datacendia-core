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PROJECT 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PROJECT 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Project 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PROJECT 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Project 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Operational VC with 100+ in-house experts. Hands-on support in engineering, data, marketing, and sales.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Project A's operational approach (100+ in-house experts) can accelerate Datacendia's European GTM with hands-on engineering, data science, and sales support.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WorldRemit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Spryker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 Republic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Project A provides 100+ operational experts to portfolio companies. Datacendia needs European GTM acceleration — Project A's hands-on approach can fast-track enterprise sales.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Project 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support for European GTM acceleration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Project A Ventures — Operational support for European GTM acceleration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Project A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