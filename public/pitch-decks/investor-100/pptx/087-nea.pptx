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NEW ENTERPRISE ASSOCIATES (NEA)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NEW ENTERPRISE ASSOCIATES (NEA)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New Enterprise Associates (NEA)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Menlo Park / Washington DC · Seed to Growth · $25B+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NEW ENTERPRISE ASSOCIATES (NEA)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New Enterprise Associates (NEA)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One of the largest VCs globally. Enterprise, healthcare, and technology. DC presence gives government/regulatory access.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NEA's DC presence + enterprise focus = regulatory insight + enterprise distribution. Datacendia benefits from both for government and enterprise GTM.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Coursera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Uber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MongoDB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Databricks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Groupon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NEA combines Silicon Valley enterprise with DC regulatory access (Coursera, MongoDB). Datacendia needs both: enterprise distribution + regulatory expertise for AI governance.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New Enterprise Associates (NEA)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Enterprise distribution + DC regulatory expertise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Enterprise / Government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New Enterprise Associates (NEA) — Enterprise distribution + DC regulatory expertise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New Enterprise Associates (NEA)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