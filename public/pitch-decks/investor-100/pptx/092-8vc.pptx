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8VC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8VC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8VC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Austin, TX · Seed to Series B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8VC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8VC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Joe Lonsdale's fund (Palantir co-founder). Defense, government, and enterprise technology. Strong GovTech thesis.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8VC's Palantir DNA means deep government and defense understanding. Datacendia complements Palantir: AI decision governance where Palantir provides data analytics.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Palantir (co-founded)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Joby Aviation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Wish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Resilience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8VC (Palantir co-founder) understands defense data infrastructure. Datacendia adds what Palantir doesn't: AI decision governance with cryptographic accountability, air-gapped deployment.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8VC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complement to Palantir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Defense / GovTech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8VC — AI governance complement to Palantir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8VC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