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RESPONSIBLE INNOVATION LABS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RESPONSIBLE INNOVATION LABS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Responsible Innovation Labs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Accelerator · Washington, DC · Pre-Seed to Seed · N/A (Accelerator)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RESPONSIBLE INNOVATION LABS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Responsible Innovation Labs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Commercializing ethical AI. Helps responsible AI companies find product-market fit and scale. Connected to policy makers and regulators.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RIL exists to commercialize responsible AI. Datacendia is the most commercially viable responsible AI product: enterprise SaaS with regulatory forcing function driving adoption.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 ethics startups (cohort-based)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Responsible Innovation Labs commercializes ethical AI. Datacendia has what most ethical AI lacks: enterprise revenue model ($50K pilots), regulatory demand (EU AI Act), and a live platform.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Responsible Innovation Labs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Commercially viable ethical AI with regulatory demand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Accelerator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Responsible Innovation Labs — Commercially viable ethical AI with regulatory demand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Responsible Innovation Labs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