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SINGULAR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SINGULAR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Singular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 / Berlin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SINGULAR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Singular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AI and deep tech. Backs technical founders building AI infrastructure. Strong research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Singular backed Mistral AI and Hugging Face — the AI models. Every enterprise deploying these models needs governance. Datacendia is the governance layer for the AI Singular backs.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Mistral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Hugging Face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Poolside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Kyutai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Singular backed Mistral AI and Hugging Face. As enterprises deploy those models, they need Datacendia: governance, audit trails, and compliance for every AI decision those models make.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Singular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layer for the AI ecosystem Singular builds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Singular — Governance layer for the AI ecosystem Singular builds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Singular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