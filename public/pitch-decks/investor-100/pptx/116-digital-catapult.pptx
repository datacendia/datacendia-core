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DIGITAL CATAPULT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DIGITAL CATAPULT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Digital Catapult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UK Government Accelerator · London, UK · Pre-Seed to Seed (Programmes) · N/A (Government)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DIGITAL CATAPULT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Digital Catapult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UK sovereign AI and digital transformation. UK government's technology innovation centre. Connects startups with enterprise and government buyers.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Digital Catapult connects sovereign AI companies with UK government and enterprise. Datacendia's sovereign deployment serves UK data residency and governance requirements.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Programme alumni across AI, IoT, immersive tech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Digital Catapult (UK government) connects sovereign tech with UK buyers. Datacendia: sovereign AI governance with UK data residency, air-gapped deployment, and UK regulatory compliance.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Digital Catapult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UK sovereign AI governance connected to government buyers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Digital Sovereignty / UK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nvidia-inception-program-badge-rgb-for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02336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Digital Catapult — UK sovereign AI governance connected to government buyers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Digital Catapult</dc:title>
  <dc:subject>PptxGenJS Presentation</dc:subject>
  <dc:creator>Datacendia</dc:creator>
  <cp:lastModifiedBy>Datacendia</cp:lastModifiedBy>
  <cp:revision>1</cp:revision>
  <dcterms:created xsi:type="dcterms:W3CDTF">2026-03-17T15:48:27Z</dcterms:created>
  <dcterms:modified xsi:type="dcterms:W3CDTF">2026-03-17T15:48:27Z</dcterms:modified>
</cp:coreProperties>
</file>