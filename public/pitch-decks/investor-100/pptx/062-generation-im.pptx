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GENERATION INVESTMENT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GENERATION INVESTMENT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Generation Investment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Growth · $36B+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GENERATION INVESTMENT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Generation Investment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Co-founded by Al Gore. Sustainable investing with long-term perspective. Backs companies that integrate sustainability into core operations.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includes carbon-aware compute scheduling (CarbonAware module) and ESG governance agents. AI governance aligned with sustainability mandates.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Octopus Energy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Northvolt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Gogoro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Neste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Generation IM (Al Gore) invests in sustainable infrastructure. Datacendia includes carbon-aware compute scheduling and ESG governance agents — AI governance that's sustainability-native.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Generation Investment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Carbon-aware AI governance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Sustainable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Generation Investment Management — Carbon-aware AI governance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Generation Investment Management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