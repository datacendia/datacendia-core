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MOZILLA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MOZILLA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Mozilla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Pre-Seed to Series A · $35M+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MOZILLA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Mozilla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Trustworthy AI and internet health. Backs startups building responsible, transparent, and open technology that puts people first.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open-source (Apache 2.0) with cryptographic transparency for every AI decision. It embodies Mozilla's vision: technology that is accountable, auditable, and open.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Block Party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Hiya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MetaCert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Secure AI Labs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Mozilla champions trustworthy AI. Datacendia delivers it: open-source core, cryptographic decision evidence, dissent preservation. Every AI decision is transparent and accountable — the Mozilla way.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Mozilla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Open-source trustworthy AI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Open Source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Mozilla Ventures — Open-source trustworthy AI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Mozilla Ventures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