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infrastructure and enterprise fintech. Backs the picks-and-shovels of financial services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Fin Capital backs financial infrastructure. Datacendia is AI governance infrastructure for financial services — the picks-and-shovels for AI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Cross River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Modern Treasury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Canoe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Fin Capital invests in financial infrastructure (Plaid, Modern Treasury). Datacendia is AI governance infrastructure for finance — cryptographic decision evidence for every regulated AI action.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for finance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Fin Capital — AI governance infrastructure for finance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Fin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