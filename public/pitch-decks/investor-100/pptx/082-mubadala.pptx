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MUBADALA INVESTMENT COMPANY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MUBADALA INVESTMENT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Mubadala Investment Company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Growth to Late · $280B+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MUBADALA INVESTMENT COMPANY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Mubadala Investment Company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Abu Dhabi sovereign fund. Major AI investor. Backs technology that strengthens sovereign capabilities.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UAE is investing billions in sovereign AI (G42, Technology Innovation Institute). Datacendia's sovereign deployment enables AI governance without foreign data access.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SoftBank Vision Fund (LP)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GlobalFoundries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Cologix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Mubadala drives UAE's sovereign AI strategy. Datacendia deploys on-prem and air-gapped — UAE enterprises and government get AI governance without data leaving sovereign territory.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Mubadala Investment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UAE and Gulf states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Mubadala Investment Company — Sovereign AI governance for UAE and Gulf states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Mubadala Investment Company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