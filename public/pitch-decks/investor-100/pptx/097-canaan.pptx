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CANAAN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CANAAN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Canaan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 / New York · Seed to Series B · $7B+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CANAAN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Canaan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Enterprise and healthcare technology. One of the oldest VCs with deep regulated-industry expertise.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Canaan's regulated-industry experience (healthcare, fintech) aligns with Datacendia's focus on high-regulation environments needing AI governance.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Lending Club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Match.com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Kabbage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Volterra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Canaan has decades of regulated-industry investing. AI governance is the next regulatory requirement for their core sectors (healthcare, finance). Datacendia is purpose-built.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Canaan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Regulated-industry AI governance expertise match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Regulated Industries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Canaan Partners — Regulated-industry AI governance expertise match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Canaan Partners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