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CANAAN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CANAAN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Canaan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New York · Seed to Series B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CANAAN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Canaan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healthcare technology. One of the oldest VCs with deep regulated-industry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Canaan's regulated-industry experience (healthcare, fintech) aligns with Datacendia's focus on high-regulation environments needing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 Club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Match.com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Kabbage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Volterra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 has decades of regulated-industry investing. AI governance is the next regulatory requirement for their core sectors (healthcare, finance). Datacendia is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Canaan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Regulated-industry AI governance expertise match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Regulated Industries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Canaan Partners — Regulated-industry AI governance expertise match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Canaan Partners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