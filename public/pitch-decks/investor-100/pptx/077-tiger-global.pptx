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TIGER GLOBAL MANAGEMENT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TIGER GLOBAL MANAGEMENT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Tiger Global Management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Crossover Fund · New York, NY · Series A to Public · $70B+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TIGER GLOBAL MANAGEMENT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Tiger Global Management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High-velocity enterprise software investing. Backs market-leading enterprise companies with proven traction at scale.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Tiger Global backs enterprise software at inflection points. EU AI Act + DORA create a regulatory inflection for AI governance — timing aligns with Tiger's thesis.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Databricks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Brex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Figma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Toast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Tiger Global invests at inflection points (Stripe, Databricks). EU AI Act enforcement (2025-2026) creates the AI governance inflection. Datacendia is positioned at that exact moment.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Tiger Global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Regulatory inflection creates enterprise demand wave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Software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Tiger Global Management — Regulatory inflection creates enterprise demand wave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Tiger Global Management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