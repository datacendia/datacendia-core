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offline with full accountability. Datacendia's air-gapped deployment with cryptographic evidence was designed for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FireEye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In-Q-Tel backed Palantir for intelligence analysis. Datacendia complements that: AI decision governance with cryptographic evidence, air-gapped deployment, and TPM hardware root of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