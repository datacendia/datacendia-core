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LOCKHEED MARTIN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LOCKHEED MARTIN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Lockheed Martin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Bethesda, MD · Series A to 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LOCKHEED MARTIN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Lockheed Martin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in defense technology, AI, cybersecurity, and space. Backs dual-use technology with defense applications.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Lockheed's defense programs use AI for mission planning, logistics, and intelligence. Every AI decision needs governance with air-gapped, ITAR-compliant deployment.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Terran Orbital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Saildrone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Cognitive 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Dedrone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Lockheed Martin programs use AI at scale. Datacendia provides ITAR-compliant, air-gapped AI governance with TPM attestation — purpose-built for defense program requirements.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Lockheed Martin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ITAR-compliant AI governance for defense programs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Lockheed Martin Ventures — ITAR-compliant AI governance for defense programs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Lockheed Martin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