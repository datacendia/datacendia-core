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NORGES BANK INVESTMENT MANAGEMENT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NORGES BANK INVESTMENT MANAGEMENT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Norges Bank Investment Management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Sovereign Wealth Fund · Oslo, Norway · Growth to Public · $1.4T+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NORGES BANK INVESTMENT MANAGEMENT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Norges Bank Investment Management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World's largest sovereign wealth fund. Responsible investment leader. ESG integration across all holdings.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NBIM holds stakes in 9,000+ companies deploying AI. AI governance ensures responsible AI across their entire portfolio — aligned with their ESG mandate.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Holdings in 9,000+ companies globally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NBIM ($1.4T, 9,000+ companies) demands responsible technology. AI governance with cryptographic accountability across their portfolio = measurable ESG improvement. Datacendia delivers.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Norges Bank Investment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ESG-mandated AI governance across 9,000+ holdings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Sovereign Wealth / ESG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Norges Bank Investment Management — ESG-mandated AI governance across 9,000+ holdings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Norges Bank Investment Management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