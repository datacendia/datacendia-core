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FIRSTMARK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FIRSTMARK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FirstMark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Seed to Series B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FIRSTMARK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FirstMark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Data-centric thesis. Backs platforms at the intersection of data, AI, and enterprise. Deep NYC enterprise network.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FirstMark's data-centric thesis aligns with Datacendia: governance for AI decisions built on cryptographic data integrity — the trust layer for enterprise AI.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Shopify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Airbnb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DraftKings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Riot Games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Pinterest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FirstMark invests at the data/AI intersection with deep enterprise networks. Datacendia is the AI governance data layer — cryptographic decision evidence for every enterprise.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FirstMark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Data-centric AI governance 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Data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FirstMark Capital — Data-centric AI governance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FirstMark Capital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