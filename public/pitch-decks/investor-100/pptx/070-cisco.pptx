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CISCO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CISCO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Cisco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Jose, CA · Series A to Growth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CISCO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Cisco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in networking, security, and enterprise collaboration. Backs companies that extend Cisco's enterprise platform.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Cisco's enterprise security portfolio needs AI governance. Datacendia's zero-trust architecture and network-level deployment aligns with Cisco's infrastructure vision.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AppDynamics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ThousandEyes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Kenna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Cisco Investments backs enterprise security (Kenna, Cloudlock). Datacendia adds AI decision security: zero-trust architecture, cryptographic audit trails, deployed within Cisco enterprise networks.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Cisco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security for Cisco enterprise networks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Cisco Investments — AI decision security for Cisco enterprise networks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Cisco Investments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