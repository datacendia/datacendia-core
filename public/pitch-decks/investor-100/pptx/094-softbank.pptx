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SOFTBANK VISION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SOFTBANK VISION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SoftBank Vision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Fund · London / Tokyo · Growth to Late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SOFTBANK VISION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SoftBank Vision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AI-centric investment thesis. Backs companies that will define the AI economy. Massive check sizes for scaling.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SoftBank's AI thesis: every company becomes an AI company. When every company uses AI, every company needs governance. Datacendia scales with the AI economy SoftBank envisions.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Coupang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DoorDash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SoftBank envisions every company as an AI company. When that happens, every company needs AI governance. Datacendia is the governance infrastructure for SoftBank's AI economy thesis.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SoftBank Vision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infrastructure for the AI economy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Global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SoftBank Vision Fund — Governance infrastructure for the AI economy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SoftBank Vision Fund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