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SEQUOIA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SEQUOIA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Sequoia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$85B+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SEQUOIA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Sequoia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Back daring founders building legendary companies. Sequoia focuses on companies that can define or reshape entire categories.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creating the AI governance category — no incumbent exists. Like Snowflake did for cloud data, Datacendia defines how enterprises prove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Scale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Sequoia invested in Snowflake (data cloud) and Scale AI (data labeling). Datacendia is the next data infrastructure layer: cryptographic proof that AI decisions are accountable.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Sequoia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Category-defining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Sequoia Capital — Category-defining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Sequoia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