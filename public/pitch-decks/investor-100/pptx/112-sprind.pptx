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SPRIND (FEDERAL AGENCY FOR DISRUPTIVE INNOVATION)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SPRIND (FEDERAL AGENCY FOR DISRUPTIVE INNOVATION)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SPRIND (Federal Agency for Disruptive Innovation)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Leipzig, Germany · Seed to Series A · €100M+ annually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SPRIND (FEDERAL AGENCY FOR DISRUPTIVE INNOVATION)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SPRIND (Federal Agency for Disruptive Innovation)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German DARPA equivalent. Funds disruptive innovation in sovereign technology, defense, and critical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SPRIND funds sovereign technology for German strategic interests. AI governance with air-gapped deployment and cryptographic evidence is critical infrastructure Germany needs.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Quantum computing initiatives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 tech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SPRIND (German DARPA) funds sovereign breakthrough technology. Datacendia is sovereign AI governance: air-gapped, cryptographic evidence, TPM attestation — built for German/EU critical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SPRIND (Federal Agency for Disruptive Innovation)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as German critical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German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SPRIND (Federal Agency for Disruptive Innovation) — Sovereign AI governance as German critical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SPRIND (Federal Agency for Disruptive Innovation)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