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ECLIPSE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ECLIPSE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Eclipse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Series A to Growth · $4B+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ECLIPSE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Eclipse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Industrial technology and critical infrastructure. Backs software that transforms physical industries and defense.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Eclipse backs industrial AI (Anduril, Shield AI). As defense and industrial AI scales, governance becomes mandatory — Datacendia provides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Anduril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Shield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Machina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Hadrian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Eclipse invests where software meets critical infrastructure (Anduril, Shield AI). Datacendia governs AI decisions in those critical environments — air-gapped, sovereign, accountable.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Eclipse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critical/industrial environments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Defense / Industrial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Eclipse Ventures — AI governance for critical/industrial environments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Eclipse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