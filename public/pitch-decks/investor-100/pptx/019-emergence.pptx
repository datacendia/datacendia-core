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EMERGENCE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EMERGENCE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Emergence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Mateo, CA · Series A to B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EMERGENCE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Emergence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SaaS specialist. Coined "coaching networks." Backs B2B platforms that help people work smarter.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Emergence's "coaching network" thesis fits Datacendia perfectly: multi-agent AI coaches organizations to make better decisions with structured deliberation.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Salesforce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Bill.com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SuccessFactors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Emergence coined "coaching networks" — AI that helps people work smarter. Datacendia's multi-agent council is the ultimate coaching network: specialized AI agents that deliberate, dissent, and advise.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Emergence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Multi-agent AI as the ultimate coaching network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Emergence Capital — Multi-agent AI as the ultimate coaching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Emergence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