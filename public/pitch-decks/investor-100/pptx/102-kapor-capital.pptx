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KAPOR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KAPOR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Kapor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Oakland, CA · Seed to Series 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KAPOR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Kapor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thical technology that closes gaps in opportunity. Mitch Kapor (Lotus founder) and Freada Kapor Klein. Focus on tech that removes bias and increases fairnes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I bias is an accountability failure. Datacendia's multi-agent deliberation with dissent tracking ensures diverse perspectives are heard — not suppressed — in every AI decis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itwise Industri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igeonl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ayven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oy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Kapor Capital fights bias in technology. Datacendia fights bias in AI: multi-agent deliberation surfaces dissent, preserves minority viewpoints, and creates evidence trails that expose unfair decisio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Kapor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ti-bias AI through mandatory dissent and transparenc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Ethics / Social Impa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Kapor Capital — Anti-bias AI through mandatory dissent and transparenc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Kapor Capital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