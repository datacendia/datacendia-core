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GENERAL CATALYST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GENERAL CATALYST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General Catalyst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Cambridge, MA · Seed to Growth · $25B+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GENERAL CATALYST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General Catalyst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Responsible innovation. Backs companies building enduring, category-defining businesses with societal impact.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embodies responsible innovation — making AI accountable by design. Every AI decision is cryptographically signed with full evidence chains.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Stripe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HubSpot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Snap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Lemonade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Livongo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General Catalyst champions responsible innovation. Datacendia is responsible AI infrastructure: multi-agent deliberation preserves dissent, cryptographic audit trails ensure accountability.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General Catalyst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Responsible AI infrastructure by design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SaaS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General Catalyst — Responsible AI infrastructure by design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General Catalyst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