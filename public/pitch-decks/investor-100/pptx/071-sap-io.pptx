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SAP.IO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SAP.IO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SAP.iO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/ Accelerator · San Francisco / Berlin · Seed to Series B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SAP.IO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SAP.iO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SAP's startup investment and acceleration arm. Backs companies that extend SAP's enterprise ecosystem with AI and analytics.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integrates with SAP via zero-copy connectors. SAP customers can govern AI decisions on ERP data without data movement — strategic for SAP's enterprise base.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Qualtrics (early)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AppZen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Walk Me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Signavio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SAP.iO accelerates SAP ecosystem extensions. Datacendia's SAP zero-copy integration governs AI decisions on ERP data in-place — no extraction, no risk, full compliance.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SAP.iO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governance natively integrated with SAP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Enterprise ERP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SAP.iO — AI governance natively integrated with SAP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SAP.iO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