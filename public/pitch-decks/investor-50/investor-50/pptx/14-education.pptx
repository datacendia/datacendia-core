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Education &amp; EdTech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Student-Impacting Decision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Education AI = High-Risk (Annex III)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FERPA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Student Data Protection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UNESCO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Ethics in Education Guidelines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Student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Education AI Makes Life-Altering Decisions Without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Admissions algorithms making life-altering decisions with no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explicitly classifies education AI as high-risk (Annex III, 3b)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FERPA requires protection of student education records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Automated grading with no documented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Learning recommendations influencing outcomes without transparency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admissions, assessment, and student support — FERPA-compliant evidence for every AI-influenced outcome.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Admissions with documented criteria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Assessment with evidence trails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Student support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Resource allocation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FERPA compliance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Education is explicitly high-risk in EU AI Act Annex III. Every institution using AI for admissions, grading, or student decisions needs governance. Zero incumbents.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Student-Impacting Decision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Education &amp; EdTech</dc:title>
  <dc:subject>Education &amp; EdTech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