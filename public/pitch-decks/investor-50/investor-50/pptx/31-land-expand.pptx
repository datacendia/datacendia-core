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Land &amp; Expand Revenue Model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From $50K Pilot to $1.5M+ Strategic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— Single Problem 90 Days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$150K+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Foundation — Department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— Company-Wide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$1.5M+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Strategic — Nation-Scale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Converts Pilots Into Enterprise Contracts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Pilot ($50K, 90 days) on single problem with money-back guarantee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Council identifies ≥3 critical risks customer missed — proving value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Department expansion ($150K-$500K) from single team success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 rollout ($500K-$1.5M) full platform unlimited deliberations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Strategic ($1.5M+) multi-division or government-scale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Every engagement starts with provable value. Money-back guarantee eliminates procurement risk. Regulatory mandate means buyers cannot cancel after proving value.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Land — Risk team pilot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Prove — Council finds critical risks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Expand — More departments request access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Enterprise — IT rolls out company-wide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Strategic — Multi-geography premium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Land-and-expand is highest-efficiency enterprise SaaS motion. Money-back eliminates objections. Regulatory mandate prevents churn. Expansion is organic.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From $50K Pilot to $1.5M+ Strategic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Land &amp; Expand Revenue Model</dc:title>
  <dc:subject>Land &amp; Expand Revenue Model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