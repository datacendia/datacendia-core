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Open-Core Business Model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Apache 2.0 Community Edition Drives Enterprise Pipeline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Apache 2.0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Community Edition — Open Source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$50K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Pilot — 90-Day Money-Back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$1.5M+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Strategic Tier Nation-Scale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 Production Quality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Governance Requires Trust — Black Box Vendors Fail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demand transparency into governance platforms themselves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Vendor lock-in unacceptable for sovereign or classified deployments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Security teams require source code review before deploying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Traditional GRC vendors offer closed-source black boxes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Open-source builds developer trust and evaluation pipelines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Apache 2.0 community edition for evaluation and audit. Enterprise features (advanced agents, sovereign patterns, premium support) drive commercial revenue.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Community edition free evaluation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Pilot conversion $50K money-back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Enterprise department-to-company rollout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Government source code escrow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Partner ISV/SI integrations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Open-core is dominant for developer-led enterprise sales (GitLab, HashiCorp, Elastic). Open-source builds trust. Enterprise features drive high-margin SaaS.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Apache 2.0 Community Edition Drives Enterprise Pipeline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Open-Core Business Model</dc:title>
  <dc:subject>Open-Core Business Model</dc:subject>
  <dc:creator>Datacendia</dc:creator>
  <cp:lastModifiedBy>Datacendia</cp:lastModifiedBy>
  <cp:revision>1</cp:revision>
  <dcterms:created xsi:type="dcterms:W3CDTF">2026-03-17T14:11:49Z</dcterms:created>
  <dcterms:modified xsi:type="dcterms:W3CDTF">2026-03-17T14:11:49Z</dcterms:modified>
</cp:coreProperties>
</file>