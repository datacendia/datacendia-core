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Legal &amp; AmLaw 200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ABA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Model Rules Require AI Competence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Legal AI Requires Human Oversight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Courts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Judges Sanctioning Unsourced AI Filings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Legal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Legal AI Creates Liability Without Accountability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Lawyers using AI for research and drafting without verifying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Courts sanctioning attorneys for AI-generated citations that don't exist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ABA Model Rules require lawyers to be competent in technology they use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human oversight for AI in justice and legal contexts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Client advisory decisions influenced by AI with no documented rationale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legal, compliance, and strategy agents debate every advisory — preserving every source, dissent, and rationale.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source attribution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advisory across jurisdictions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Litigation strategy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advisory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Compliance monitoring with regulatory change analysis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AmLaw 200 firms face existential risk from unaccountable AI. Courts already sanctioning lawyers. Datacendia turns AI liability into defensible, evidence-backed advisory.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Legal Decision-Making and Client Advisory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Legal &amp; AmLaw 200</dc:title>
  <dc:subject>Legal &amp; AmLaw 200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