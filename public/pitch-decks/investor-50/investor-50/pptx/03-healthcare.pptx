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Systems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HIPAA-Compliant AI Decision Governance for Clinical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Clinical Dissent Tracking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AI recommendations with no explainability for physicians or patients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HIPAA requires access logs and evidence — most AI provides neither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healthcare AI as high-risk requiring human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expanding oversight of AI/ML Software as a Medical Device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Patient safety incidents with no decision lineage to investigate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clinical agents (CMIO, Patient Safety, Compliance, Operations) deliberate on healthcare decisions with full HIPAA-compliant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protocol review against safety and regulatory criteria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HIPAA compliance evidence for AI-assisted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Patient safety review with full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Value-based care balancing quality and financials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CMS/FDA guidance mapped across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is high-risk under EU AI Act Annex III. Every hospital deploying AI needs governance. Purpose-built with HIPAA controls and clinical dissent tracking.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HIPAA-Compliant AI Decision Governance for Clinical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Healthcare Systems</dc:title>
  <dc:subject>Healthcare Systems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