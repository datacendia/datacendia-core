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Automotive &amp; Mobility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Vehicle Systems and Manufacturing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Vehicle AI Safety = High-Risk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UNECE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UN Vehicle AI Regulation R155/R156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 26262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Functional Safety for Vehicles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Vehicle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Automotive AI Decisions Are Safety-Critical But Unaccountable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Vehicle AI systems making safety decisions with no audit trail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classifies automotive AI as high-risk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UNECE R155/R156 mandate cybersecurity and software 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 26262 requires documented decision processes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Recall investigations lack AI decision lineage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for safety, engineering, and regulatory decisions — ISO 26262-compatible evidence trails.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ADAS development safety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Manufacturing quality auditable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Supply chain sourcing analysis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Recall investigation with decision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submission AI evidence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Automotive AI is high-risk under EU AI Act and UNECE regulations. Every OEM deploying AI in vehicles needs governance documentation.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Vehicle Systems and Manufacturing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Automotive &amp; Mobility</dc:title>
  <dc:subject>Automotive &amp; Mobility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