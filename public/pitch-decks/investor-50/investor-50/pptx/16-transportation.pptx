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Transportation &amp; Logistics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Fleet, Routing, and Safety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Transport AI = Safety 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EASA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Aviation Safety Agency AI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Maritime AI Governance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Logistics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AI Makes Safety-Critical Decisions Without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Fleet management AI optimizing routes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treats transport AI as safety component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EASA developing AI regulations for aviation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Maritime AI subject to IMO governance standards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Accident investigations lack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fleet, routing, and safety — deployed on-premises for operational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Fleet optimization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Safety management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Maintenance planning lifecycle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investigation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compliance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Transportation AI is a safety component under EU AI Act. Aviation, maritime, and ground transport face new requirements. On-premises model fits operational security.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Fleet, Routing, and Safety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Transportation &amp; Logistics</dc:title>
  <dc:subject>Transportation &amp; Logistics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