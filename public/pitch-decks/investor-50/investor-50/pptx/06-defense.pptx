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Defense &amp; Intelligence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Sovereign AI for Classified Environments — Air-Gapped, ITAR-Compliant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EO 14110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AI Safety Executive Order 2023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ITAR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Export Control Compliance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IL4/IL5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DoD Impact Level Pathway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External Connectivity Required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Defense AI Cannot Use Cloud — But Needs Governance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Classified environments cannot connect to external AI services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ITAR/EAR export controls prohibit foreign access to controlled data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EO 14110 mandates AI safety and accountability in federal systems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Intelligence analysis uses AI with no structured dissent or evidence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AI platform operates fully air-gapped with hardware-rooted trust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Deploys on air-gapped networks with TPM 2.0 attestation, customer-owned encryption, and 11 sovereign patterns — Data Diode, QR Air-Gap Bridge, Portable USB Instance.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Intelligence analysis with full audit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Acquisition due diligence ITAR-compliant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Operational planning with adversarial red-teaming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Compliance verification for oversight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Threat assessment with dissent tracking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DoD AI budget is $1.8B (FY2025 Pentagon Budget Request). Defense needs sovereign AI that runs offline with full accountability. Only platform with air-gap + TPM + crypto evidence.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Sovereign AI for Classified Environments — Air-Gapped, ITAR-Compliant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Defense &amp; Intelligence</dc:title>
  <dc:subject>Defense &amp; Intelligence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