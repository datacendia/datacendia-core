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Clinical AI Governance 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Decision Evidence Infrastructure for AI Systems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EU AI Act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2025–2026 — High-Risk AI Governance Mandated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ISO/IEC 42001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Management System Certification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NIST AI RMF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Risk Management for Trustworthy AI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Cryptographic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Deploy AI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High-stakes decisions influenced by AI with no explainability for stakeholders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requires operational resilience documentation for all AI systems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ISO/IEC 42001 mandates auditable risk models — AI black boxes fail this test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NIST AI RMF requires full audit trails for algorithmic trading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high-stakes decision — regulator-ready proof before the auditor calls.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Decision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Due diligence with full evidence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 compliance with automated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Committee-level structured deliberation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change mapping to operational impact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Clinical AI Governance is the largest regulated vertical. EU AI Act enforcement creates immediate demand. Only platform providing cryptographic decision evidence — a regulatory requirement with zero incumbent solutions.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Decision Evidence Infrastructure for AI Systems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