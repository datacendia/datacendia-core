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Insurance &amp; Reinsurance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Auditable AI for Underwriting, Claims, and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Solvency II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Model Risk Governance 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Operational Resilience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Insurance AI = High-Risk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Claims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Insurance AI Decisions Are Invisible to Regulators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Underwriting algorithms make coverage decisions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Claims processing uses AI with no audit trail for denied claims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Solvency II requires model risk governance for all automated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insurance pricing AI as high-risk requiring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Policyholders have no recourse when AI denies claims without explanation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where underwriting, claims, and compliance agents debate every decision — signed evidence packet for every outcome.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Underwriting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Claims adjudication with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Solvency II model risk governance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Reinsurance negotiation with full audit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reporting with one-click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Solvency II + EU AI Act + DORA create a triple mandate for AI governance in insurance. No incumbent offers what Datacendia builds.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Auditable AI for Underwriting, Claims, and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Insurance &amp; Reinsurance</dc:title>
  <dc:subject>Insurance &amp; Reinsurance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