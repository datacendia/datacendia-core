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9144000" y="2743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Confidential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20116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56032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AI-Focused Fund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1371600" y="38404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B8FA3"/>
                </a:solidFill>
              </a:rPr>
              <a:t>Governance Infrastructure Makes AI Enterprise-Ready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029200" y="457200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828800" y="4846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Decision Crisis Immunization Infrastructure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NOW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7315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50+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9144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Agent Presets for Any Domain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4747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</p:sp>
      <p:sp>
        <p:nvSpPr>
          <p:cNvPr id="8" name="Text 6"/>
          <p:cNvSpPr/>
          <p:nvPr/>
        </p:nvSpPr>
        <p:spPr>
          <a:xfrm>
            <a:off x="34747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3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36576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Deliberation Modes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2179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</p:sp>
      <p:sp>
        <p:nvSpPr>
          <p:cNvPr id="11" name="Text 9"/>
          <p:cNvSpPr/>
          <p:nvPr/>
        </p:nvSpPr>
        <p:spPr>
          <a:xfrm>
            <a:off x="62179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205K+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64008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Tests Production Quality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89611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</p:sp>
      <p:sp>
        <p:nvSpPr>
          <p:cNvPr id="14" name="Text 12"/>
          <p:cNvSpPr/>
          <p:nvPr/>
        </p:nvSpPr>
        <p:spPr>
          <a:xfrm>
            <a:off x="89611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0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91440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Competitors w/ AI Governance Platform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AI Cannot Scale in Enterprises Without Governance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Enterprises want AI but cannot deploy without accountability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Regulators blocking AI deployments that lack governance evidence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AI providers (OpenAI, etc.) do not provide governance infrastructure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The governance gap is the bottleneck for enterprise AI adoption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Solving governance unlocks enterprise AI spend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How Datacendia Solves This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Datacendia removes the governance bottleneck. Enterprises deploy AI confidently because every decision has cryptographic evidence, dissent tracking, and audit trails.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Key Use Cases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Governance layer for any LLM provider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Evidence generation enables AI deployment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Compliance tooling unlocks regulated verticals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Audit trails satisfy enterprise security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Dissent tracking builds executive trust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INVESTOR THESIS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Why This Is a Compelling Investment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7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AI funds know the adoption bottleneck. Governance is what holds enterprises back from deploying AI at scale. Datacendia removes this bottleneck -- unlocking enterprise AI spend.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Platform Proof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205K+ passing tests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156 validated API endpoints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50+ agent presets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23 jurisdictions covered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4 deployment modes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Live at app.datacendia.com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 warm enterprise intros (financial institution, Big 4 channel). NVIDIA Inception.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GTM hiring, SOC 2 Type II certification, first enterprise pilots.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Governance Infrastructure Makes AI Enterprise-Ready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- AI-Focused Fund</dc:title>
  <dc:subject>AI-Focused Fund</dc:subject>
  <dc:creator>Datacendia</dc:creator>
  <cp:lastModifiedBy>Datacendia</cp:lastModifiedBy>
  <cp:revision>1</cp:revision>
  <dcterms:created xsi:type="dcterms:W3CDTF">2026-03-17T14:11:50Z</dcterms:created>
  <dcterms:modified xsi:type="dcterms:W3CDTF">2026-03-17T14:11:50Z</dcterms:modified>
</cp:coreProperties>
</file>