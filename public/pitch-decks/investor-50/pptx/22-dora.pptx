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DORA Financial Resilience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Digital Operational Resilience Act Creates AI Governance Mandate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Jan 2025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DORA Enforcement Effective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All EU Financial Entities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Art. 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ICT Risk Management Framework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DORA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DORA Requires AI Operational Resilience — Banks Aren't Ready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became effective January 2025 for all EU financial entities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Art. 6 requires ICT risk management frameworks covering AI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Must document, test, and evidence AI operational resilience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Third-party AI providers subject to oversight requirements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AI platform generates DORA-compliant evidence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Cryptographic evidence of every AI decision meeting DORA requirements for ICT risk management, incident reporting, and operational resilience.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ICT risk management Art. 6 compliance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reporting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Third-party AI vendor oversight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resilience testing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Supervisory reporting one-click export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DORA is effective NOW (Jan 2025). Every EU bank, insurer, and financial entity must comply. Immediate urgent demand. Only solution purpose-built for this.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Digital Operational Resilience Act Creates AI Governance Mandate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DORA Financial Resilience</dc:title>
  <dc:subject>DORA Financial Resilience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