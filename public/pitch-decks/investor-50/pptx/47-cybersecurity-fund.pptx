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Cybersecurity Fund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Is the Next Layer of Enterprise Security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Ed25519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Cryptographic Decision Signing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TPM 2.0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Hardware Security Module Support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Data Copies Made (Zero-Copy)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11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Sovereign Security Patterns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AI Creates a New Attack Surface -- Governance Is Defense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decisions are a new attack vector -- adversarial inputs, prompt injection, model poisoning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security tool provides AI decision integrity verification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Cryptographic signing creates tamper-evident decision records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TPM 2.0 provides hardware-rooted trust for AI evidence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Zero-copy architecture eliminates data exfiltration surface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Datacendia provides AI decision integrity -- cryptographic evidence that decisions have not been tampered with, signed with customer-owned keys on customer infrastructure.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Decision integrity verification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Tamper-evident audit trails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Hardware-rooted trust attestation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protection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Air-gapped security deployment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Cybersecurity funds see the next threat surface. AI governance is defensive infrastructure. Cryptographic evidence, TPM attestation, and zero-copy create a security-first platform.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Is the Next Layer of Enterprise Security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Cybersecurity Fund</dc:title>
  <dc:subject>Cybersecurity Fund</dc:subject>
  <dc:creator>Datacendia</dc:creator>
  <cp:lastModifiedBy>Datacendia</cp:lastModifiedBy>
  <cp:revision>1</cp:revision>
  <dcterms:created xsi:type="dcterms:W3CDTF">2026-03-17T14:11:49Z</dcterms:created>
  <dcterms:modified xsi:type="dcterms:W3CDTF">2026-03-17T14:11:49Z</dcterms:modified>
</cp:coreProperties>
</file>