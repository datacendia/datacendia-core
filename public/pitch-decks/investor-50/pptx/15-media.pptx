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Media &amp; Entertainment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Content, Recommendation, and Rights Decisions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Content Recommendation Transparency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DSA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EU Digital Services Act Requirements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GDPR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Profiling and Automated Decision Rights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Content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Media AI Curates Information Without Accountability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Content recommendation AI shaping public discourse with no transparency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Digital Services Act requires algorithmic transparency for platforms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mandates disclosure when users interact with AI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GDPR gives users rights regarding profiling and automated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Rights management AI making licensing decisions with no audit trail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Auditable AI decision-making for content curation, recommendation, and rights management — DSA-compliant transparency reports.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Content moderation documented reasoning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Recommendation engine DSA compliance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Rights management auditable decisions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Ad targeting GDPR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Editorial decisions with documented rationale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DSA and EU AI Act create mandatory transparency for algorithmic content decisions. Every media platform needs governance tooling.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Content, Recommendation, and Rights Decisions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Media &amp; Entertainment</dc:title>
  <dc:subject>Media &amp; Entertainment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