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Compliance Cost Reduction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AI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2025–2026 — High-Risk AI Governance Mandated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ISO/IEC 42001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Certification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NIST AI RMF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 Management for Trustworthy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Cryptographic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Deploy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High-stakes decisions influenced by AI with no explainability for stakeholders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ISO/IEC 42001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NIST AI RMF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high-stakes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Committee-level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operational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Compliance Cost Reduction is the largest regulated vertical. EU AI Act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AI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