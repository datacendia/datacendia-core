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the Highest-Risk Vertical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Clinical AI Governance Platforms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Is Classified as High-Risk Everywhere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Annex III explicitly classifies healthcare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BAA for any AI processing PHI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AI/ML SaMD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need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requires decision audit trails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with HIPAA controls, clinical dissent tracking, and FDA submission-ready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multi-agent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FDA submission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Healthcare-focused funds understand the regulatory burden. Every hospital deploying AI needs governance. Datacendia is the only platform with clinical dissent tracking and HIPAA-native controls.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the Highest-Risk Vertical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Healthcare-Focused Fund</dc:title>
  <dc:subject>Healthcare-Focused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