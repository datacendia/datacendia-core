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ENGAGE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ENGAGE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ENGAGE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Atlanta, GA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ENGAGE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ENGAGE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engage's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engage has backed the data stack (Southern US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ENGAGE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Atlanta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ENGAGE VENTURES — Atlanta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