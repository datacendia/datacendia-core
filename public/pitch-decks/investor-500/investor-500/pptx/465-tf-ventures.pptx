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TF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TF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TF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Zurich, Switzerland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TF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TF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tf-ventures's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Swiss enterprise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tf-ventures has backed the data stack (Swiss enterprise deep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TF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Swiss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TF VENTURES — Swiss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