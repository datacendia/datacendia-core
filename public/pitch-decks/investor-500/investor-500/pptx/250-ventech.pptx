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VENTECH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VENTECH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VENTECH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Paris, France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VENTECH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VENTECH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ventech's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Dailymotion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SigFox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Veepee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ventech has backed the data stack (Dailymotion, dbt) and AI infra (SigFox).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VENTECH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French enterprise and deep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VENTECH — French enterprise and deep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