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VALAR VENTURES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VALAR VENTURES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VALAR VENTURES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 / London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VALAR VENTURES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VALAR VENTURES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valar-global's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N26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valar-global has backed the data stack (N26, dbt) and AI infra (Xero).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VALAR VENTURES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Thiel global fintech/enterprise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VALAR VENTURES (II) — Thiel global fintech/enterprise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