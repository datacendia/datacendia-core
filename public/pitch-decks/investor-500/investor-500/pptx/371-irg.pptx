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INVUS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INVUS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INVUS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INVUS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INVUS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irg's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Long-term enterprise holdings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irg has backed the data stack (Long-term enterprise holdings,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INVUS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capital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INVUS GROUP — Patient capital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