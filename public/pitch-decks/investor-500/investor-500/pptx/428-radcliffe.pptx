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RADCLIFFE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RADCLIFFE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RADCLIFFE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RADCLIFFE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RADCLIFFE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radcliffe's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UK enterprise growth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radcliffe has backed the data stack (UK enterprise growth,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RADCLIFFE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London enterprise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RADCLIFFE CAPITAL — London enterprise 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