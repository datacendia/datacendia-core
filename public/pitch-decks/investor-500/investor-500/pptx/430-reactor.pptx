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REACTOR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REACTOR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REACTOR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Waterloo / Toronto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REACTOR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REACTOR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reactor's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Canadian deep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reactor has backed the data stack (Canadian deep tech,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REACTOR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Canadian AI and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REACTOR — Canadian AI and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