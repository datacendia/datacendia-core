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PROLOGIS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PROLOGIS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PROLOGIS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PROLOGIS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PROLOGIS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prologis's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Logistics and supply chain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prologis has backed the data stack (Logistics and supply chain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PROLOGIS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Logistics real estate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PROLOGIS VENTURES — Logistics real estate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