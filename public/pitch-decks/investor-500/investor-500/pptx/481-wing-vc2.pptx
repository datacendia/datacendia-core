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WING VENTURE CAPITAL (II)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WING VENTURE CAPITAL (II)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WING VENTURE CAPITAL (II)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Palo Alto, CA · $800M+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WING VENTURE CAPITAL (II)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WING VENTURE CAPITAL (II)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wing-vc2's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Pure enterprise B2B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wing-vc2 has backed the data stack (Pure enterprise B2B,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WING VENTURE CAPITAL (II)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Enterprise-only thesis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WING VENTURE CAPITAL (II) — Enterprise-only thesis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