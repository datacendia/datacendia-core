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FLY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FLY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FLY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FLY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FLY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fly-ventures's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Luminovo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DeepL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fly-ventures has backed the data stack (Luminovo, dbt) and AI infra (DeepL).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FLY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and automation seed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FLY VENTURES — AI and automation seed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