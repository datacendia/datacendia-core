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B DASH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B DASH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B DASH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Tokyo, Japan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B DASH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B DASH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b-dash's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Japanese enterprise startups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b-dash has backed the data stack (Japanese enterprise startups,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B DASH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Japanese enterprise B2B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B DASH VENTURES — Japanese enterprise B2B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