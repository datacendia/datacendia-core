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WAMDA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WAMDA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WAMDA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Dubai, UAE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WAMDA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WAMDA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wamda's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Careem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Swvl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Vezeeta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wamda has backed the data stack (Careem, dbt) and AI infra (Swvl).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WAMDA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MENA enterprise and tech ecosystem builder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WAMDA CAPITAL — MENA enterprise and tech ecosystem builder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