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UPERHUMAN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UPERHUMAN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UPERHUMAN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UPERHUMAN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UPERHUMAN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uper-ange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productiv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uper-angel has backed the data stack (Enterprise productivity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UPERHUMAN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ductivity tools invest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UPERHUMAN CAPITAL — Productivity tools invest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