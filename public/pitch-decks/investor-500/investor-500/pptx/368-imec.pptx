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IMEC.ISTART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IMEC.ISTART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IMEC.ISTART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· Leuven, Belgium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IMEC.ISTART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IMEC.ISTART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imec's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Belgian deep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imec has backed the data stack (Belgian deep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IMEC.ISTART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Belgian semiconductor/AI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IMEC.ISTART — Belgian semiconductor/AI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