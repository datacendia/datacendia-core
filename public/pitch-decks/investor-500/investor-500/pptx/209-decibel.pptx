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DECIBEL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DECIBEL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DECIBEL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DECIBEL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DECIBEL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decibel's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Persona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decibel has backed the data stack (Abnormal Security, dbt) and AI infra (Persona).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DECIBEL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founders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DECIBEL PARTNERS — Enterprise software founders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