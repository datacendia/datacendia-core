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ELAD GIL (SOLO GP)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ELAD GIL (SOLO GP)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ELAD GIL (SOLO GP)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ELAD GIL (SOLO GP)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ELAD GIL (SOLO GP)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elad-gil's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elad-gil has backed the data stack (Airbnb, dbt) and AI infra (Coinbase).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ELAD GIL (SOLO GP)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High-profile angel/solo GP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ELAD GIL (SOLO GP) — High-profile angel/solo GP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