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BREEGA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BREEGA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BREEGA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Paris, France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BREEGA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BREEGA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breega's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Spendesk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Qonto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Dataiku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breega has backed the data stack (Spendesk, dbt) and AI infra (Qonto).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BREEGA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French AI and enterprise SaaS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BREEGA — French AI and enterprise SaaS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