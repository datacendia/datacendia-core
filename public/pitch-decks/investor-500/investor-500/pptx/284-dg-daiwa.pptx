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DG DAIWA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DG DAIWA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DG DAIWA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Corporate VC · Tokyo, Japan · $300M+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DG DAIWA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DG DAIWA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dg-daiwa's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Japanese enterprise fintech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dg-daiwa has backed the data stack (Japanese enterprise fintech, dbt) and AI infra (Anyscale).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DG DAIWA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Daiwa Securities CVC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DG DAIWA VENTURES — Daiwa Securities CVC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