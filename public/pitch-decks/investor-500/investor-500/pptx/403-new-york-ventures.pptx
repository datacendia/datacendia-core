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NYC VENTURE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NYC VENTURE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NYC VENTURE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NYC VENTURE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NYC VENTURE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new-york-ventures's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NYC enterprise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new-york-ventures has backed the data stack (NYC enterprise ecosystem,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NYC VENTURE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municipal venture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NYC VENTURE FUND — NYC municipal venture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