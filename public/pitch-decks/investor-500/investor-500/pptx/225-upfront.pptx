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UPFRONT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UPFRONT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UPFRONT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UPFRONT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UPFRONT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upfront's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TrueCar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Overture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upfront has backed the data stack (Ring, dbt) and AI infra (TrueCar).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UPFRONT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 enterprise leader — Mark Suster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UPFRONT VENTURES — LA enterprise leader — Mark Suster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