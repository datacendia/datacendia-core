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TLCOM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TLCOM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TLCOM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Lagos / Nairobi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TLCOM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TLCOM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tlcom's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tlcom has backed the data stack (African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TLCOM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Africa enterprise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TLCOM CAPITAL — Africa enterprise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