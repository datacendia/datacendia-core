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ONE WAY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ONE WAY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ONE WAY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Boston, MA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ONE WAY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ONE WAY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one-way's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Immigrant founders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one-way has backed the data stack (Immigrant founders,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ONE WAY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Immigrant founder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ONE WAY VENTURES — Immigrant founder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