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FORMATION 8 / FORMATION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FORMATION 8 / FORMATION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FORMATION 8 / FORMATION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FORMATION 8 / FORMATION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FORMATION 8 / FORMATION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formation8's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Oculus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Hyperloop 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formation8 has backed the data stack (Oculus, dbt) and AI infra (Hyperloop One).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FORMATION 8 / FORMATION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FORMATION 8 / FORMATION VENTURES — Deep 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