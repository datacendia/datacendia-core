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PALADIN CAPITAL GROUP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PALADIN CAPITAL GROUP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PALADIN CAPITAL GROUP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Cybersecurity VC · Washington, DC · $2B+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PALADIN CAPITAL GROUP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PALADIN CAPITAL GROUP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paladin's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Trellix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CyberGRX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Virtru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paladin has backed the data stack (Trellix, dbt) and AI infra (CyberGRX). Datacendia completes the stack: decision evidence,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PALADIN CAPITAL GROUP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Cyber, space, and strategic tech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PALADIN CAPITAL GROUP — Cyber, space, and strategic tech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