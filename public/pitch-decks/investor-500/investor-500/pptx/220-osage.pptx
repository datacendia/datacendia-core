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OSAGE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OSAGE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OSAGE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Wayne, PA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OSAGE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OSAGE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osage's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Sievert Larsen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Centric Software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osage has backed the data stack (Sievert Larsen, dbt) and AI infra (Centric Software).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OSAGE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East Coast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OSAGE VENTURE PARTNERS — East Coast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