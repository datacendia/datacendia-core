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New York, NY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nyca-partners's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Canoe Intelligence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Digital Asset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nyca-partners has backed the data stack (Canoe Intelligence, dbt) and AI infra (Axoni).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 infrastructure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NYCA PARTNERS — Financial infrastructure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