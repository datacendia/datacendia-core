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TECHNEXUS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TECHNEXUS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TECHNEXUS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Chicago, IL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TECHNEXUS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TECHNEXUS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tech-nexus's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Midwest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tech-nexus has backed the data stack (Midwest enterprise B2B,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TECHNEXUS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Chicago enterprise collaborative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TECHNEXUS — Chicago enterprise collaborative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