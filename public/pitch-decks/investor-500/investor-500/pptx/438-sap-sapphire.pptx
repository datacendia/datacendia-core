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SAP.IO / SAPPHIRE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SAP.IO / SAPPHIRE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SAP.IO / SAPPHIRE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Palo Alto, CA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SAP.IO / SAPPHIRE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SAP.IO / SAPPHIRE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sap-sapphire's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SAP ecosystem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sap-sapphire has backed the data stack (SAP ecosystem enterprise,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SAP.IO / SAPPHIRE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SAP venture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SAP.IO / SAPPHIRE VENTURES — SAP venture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