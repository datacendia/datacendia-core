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PTC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PTC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PTC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Boston, MA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PTC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PTC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ptc-ventures's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IoT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ptc-ventures has backed the data stack (Industrial IoT and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PTC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PTC industrial enterprise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PTC VENTURES — PTC industrial enterprise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