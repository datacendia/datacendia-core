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TIGER GLOBAL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TIGER GLOBAL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TIGER GLOBAL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Crossover Fund · New York, NY · $80B+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TIGER GLOBAL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TIGER GLOBAL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tiger-global's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tiger-global has backed the data stack (Stripe, dbt) and AI infra (ByteDance).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TIGER GLOBAL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High-velocity enterprise software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TIGER GLOBAL MANAGEMENT — High-velocity enterprise software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