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TRIX PARTNERS INDI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TRIX PARTNERS IND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TRIX PARTNERS INDI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umbai, Indi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TRIX PARTNERS I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TRIX PARTNERS IND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atrix-ind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zorp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ntry Deligh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trix-india has backed the data stack (Razorpay, dbt) and AI infra (Ola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TRIX PARTNERS IND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ia B2B and fintech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TRIX PARTNERS INDIA — India B2B and fintech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