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CROSSPOINT CAPITAL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CROSSPOINT CAPITAL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CROSSPOINT CAPITAL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Cybersecurity PE · Woodside, CA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CROSSPOINT CAPITAL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CROSSPOINT CAPITAL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crosspoint's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Absolute Software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Corelight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crosspoint has backed the data stack (Absolute Software, dbt) and AI infra (Corelight).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CROSSPOINT CAPITAL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Mid-market cybersecurity buyouts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CROSSPOINT CAPITAL PARTNERS — Mid-market cybersecurity buyouts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