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NUWA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NUWA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NUWA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Riyadh, Saudi Arabia · $100M+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NUWA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NUWA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nuwa's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MENA tech startups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nuwa has backed the data stack (MENA tech startups, dbt) and AI infra (Anyscale).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NUWA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Saudi Arabia early-stage tech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NUWA CAPITAL — Saudi Arabia early-stage tech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