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GV (GOOGLE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GV (GOOGLE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GV (GOOGLE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Mountain View,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GV (GOOGLE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GV (GOOGLE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gv has backed the data stack (Uber, dbt) and AI infra (Slack).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GV (GOOGLE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Alphabet CVC — AI and enterprise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GV (GOOGLE VENTURES) — Alphabet CVC — AI and enterprise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