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K FUND (KOREA)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K FUND (KOREA)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K FUND (KOREA)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Seoul, South Korea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K FUND (KOREA)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K FUND (KOREA)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kae's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Korean AI startups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kae has backed the data stack (Korean AI startups,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K FUND (KOREA)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Korean enterprise AI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K FUND (KOREA) — Korean enterprise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