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SUTTER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SUTTER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SUTTER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SUTTER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SUTTER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sutter-hill's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Pure Storage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sutter-hill has backed the data stack (Snowflake, dbt) and AI infra (Pure Storage).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SUTTER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Created Snowflake — enterprise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SUTTER HILL VENTURES — Created Snowflake — enterprise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