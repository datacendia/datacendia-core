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WORLD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WORLD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WORLD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$350M+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WORLD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WORLD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world-fund's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Climate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world-fund has backed the data stack (Climate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WORLD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climate tech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WORLD FUND — European climate tech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