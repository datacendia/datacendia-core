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F-PRIME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F-PRIME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F-PRIME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Cambridge, MA · $4B+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F-PRIME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F-PRIME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f-prime's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Flatiron Health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CrowdStrike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Coda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f-prime has backed the data stack (Flatiron Health, dbt) and AI infra (CrowdStrike).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F-PRIME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Fidelity-affiliated — healthcare and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F-PRIME CAPITAL — Fidelity-affiliated — healthcare and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