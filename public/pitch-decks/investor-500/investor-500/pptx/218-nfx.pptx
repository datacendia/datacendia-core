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NFX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NFX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NFX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NFX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NFX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nfx's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Paylocity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nfx has backed the data stack (Lyft, dbt) and AI infra (Trulia).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NFX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effects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NFX — Network effects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