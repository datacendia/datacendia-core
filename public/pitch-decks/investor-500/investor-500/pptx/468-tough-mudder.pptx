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TRUE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TRUE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TRUE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TRUE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TRUE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tough-mudder's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Peloton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tough-mudder has backed the data stack (Peloton, dbt) and AI infra (Ring).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TRUE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Founder-first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TRUE VENTURES — Founder-first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