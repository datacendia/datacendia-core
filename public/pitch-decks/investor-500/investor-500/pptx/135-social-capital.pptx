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SOCIAL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SOCIAL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SOCIAL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SOCIAL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SOCIAL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social-capital's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SurveyMonkey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social-capital has backed the data stack (Slack, dbt) and AI infra (Box).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SOCIAL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Capital-as-a-service, data-driven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SOCIAL CAPITAL — Capital-as-a-service, data-driven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