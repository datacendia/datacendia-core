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SIGHT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SIGHT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SIGHT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9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SIGHT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SIGHT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nsight-partner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uSig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ea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sight-partners has backed the data stack (Shopify, dbt) and AI infra (Twitter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SIGHT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leUp platform — operational growth suppo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SIGHT PARTNERS — ScaleUp platform — operational growth supp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