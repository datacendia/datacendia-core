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COLLER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COLLER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COLLER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Secondary PE · London, UK · $30B+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COLLER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COLLER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coller's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Secondary positions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coller has backed the data stack (Secondary positions globally,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COLLER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Secondary market — LP solutions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COLLER CAPITAL — Secondary market — LP solutions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