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PLUG AND PLAY JAPAN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PLUG AND PLAY JAPAN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PLUG AND PLAY JAPAN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Accelerator · Tokyo, Japan · N/A (Accelerator)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PLUG AND PLAY JAPAN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PLUG AND PLAY JAPAN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plug-play-japan's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innovation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plug-play-japan has backed the data stack (Japanese enterprise innovation,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PLUG AND PLAY JAPAN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Silicon Valley model in Japan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PLUG AND PLAY JAPAN — Silicon Valley model in Japan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