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 ANALYTICS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 ANALYTICS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Dallas, TX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 ANALYTICS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ya-ventures's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Impact enterprise investing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ya-ventures has backed the data stack (Impact enterprise investing,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 ANALYTICS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Measurable impact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 ANALYTICS — Measurable impact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