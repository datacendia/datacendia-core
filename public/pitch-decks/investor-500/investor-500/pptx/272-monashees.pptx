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NASHE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NASHE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NASHE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ão Paulo, Brazil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NASHE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NASHE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nashe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99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nashees has backed the data stack (99, dbt) and AI infra (Neon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NASHE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zilian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NASHEES — Brazilian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