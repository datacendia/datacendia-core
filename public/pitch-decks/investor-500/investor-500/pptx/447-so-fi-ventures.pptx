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SOFI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SOFI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SOFI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SOFI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SOFI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so-fi-ventures's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Fintech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so-fi-ventures has backed the data stack (Fintech ecosystem,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SOFI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SoFi fintech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SOFI VENTURES — SoFi fintech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