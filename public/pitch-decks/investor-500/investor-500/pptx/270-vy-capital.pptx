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VY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VY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VY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Dubai / San Francisco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VY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VY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vy-capital's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Discord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Reddit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vy-capital has backed the data stack (SpaceX, dbt) and AI infra (Discord).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VY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Crossover growth — UAE-US bridge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VY CAPITAL — Crossover growth — UAE-US bridge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