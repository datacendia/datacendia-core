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samsung-catalyst's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and semiconductor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samsung-catalyst has backed the data stack (Enterprise and semiconductor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Samsung strategic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SAMSUNG CATALYST FUND — Samsung strategic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