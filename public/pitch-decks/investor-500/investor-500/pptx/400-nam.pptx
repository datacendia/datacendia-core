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NAVER D2SF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NAVER D2SF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NAVER D2SF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Seongnam, South Korea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NAVER D2SF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NAVER D2SF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nam's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Korean AI and platform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nam has backed the data stack (Korean AI and platform,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NAVER D2SF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Korean tech giant CVC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NAVER D2SF — Korean tech giant CVC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