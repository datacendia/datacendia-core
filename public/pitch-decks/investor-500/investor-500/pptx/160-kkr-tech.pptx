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KKR (TECHNOLOGY GROUP)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KKR (TECHNOLOGY GROUP)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KKR (TECHNOLOGY GROUP)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New York, NY · $500B+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KKR (TECHNOLOGY GROUP)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KKR (TECHNOLOGY GROUP)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kkr-tech's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BMC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Epicor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kkr-tech has backed the data stack (BMC Software, dbt) and AI infra (Epicor).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KKR (TECHNOLOGY GROUP)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buyouts and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KKR (TECHNOLOGY GROUP) — Enterprise tech buyouts and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