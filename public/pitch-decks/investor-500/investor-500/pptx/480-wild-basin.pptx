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WILD BASIN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WILD BASIN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WILD BASIN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Austin, TX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WILD BASIN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WILD BASIN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wild-basin's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Texas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wild-basin has backed the data stack (Texas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WILD BASIN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Austin enterprise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WILD BASIN INVESTMENTS — Austin enterprise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