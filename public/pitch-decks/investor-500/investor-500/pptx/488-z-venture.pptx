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z-venture's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z-venture has backed the data stack (Japanese enterprise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SoftBank affiliate Japan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 VENTURE CAPITAL — SoftBank affiliate Japan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