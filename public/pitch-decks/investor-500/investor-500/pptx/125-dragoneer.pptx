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DRAGONEER INVESTMENT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DRAGONEER INVESTMENT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DRAGONEER INVESTMENT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DRAGONEER INVESTMENT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DRAGONEER INVESTMENT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dragoneer's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Cloudflare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dragoneer has backed the data stack (Snowflake, dbt) and AI infra (UiPath).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DRAGONEER INVESTMENT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Technology-focused growth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DRAGONEER INVESTMENT GROUP — Technology-focused growth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