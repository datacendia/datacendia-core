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HUBSPOT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HUBSPOT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HUBSPOT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Cambridge, MA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HUBSPOT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HUBSPOT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hubspot-ventures's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CRM and GTM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hubspot-ventures has backed the data stack (CRM and GTM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HUBSPOT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HubSpot ecosystem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HUBSPOT VENTURES — HubSpot ecosystem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