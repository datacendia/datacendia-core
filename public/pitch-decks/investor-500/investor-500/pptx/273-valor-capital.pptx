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VALOR CAPITAL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VALOR CAPITAL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VALOR CAPITAL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NYC / São Paulo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VALOR CAPITAL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VALOR CAPITAL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valor-capital's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Gympass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valor-capital has backed the data stack (Gympass, dbt) and AI infra (Loft).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VALOR CAPITAL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US-Brazil bridge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VALOR CAPITAL GROUP — US-Brazil bridge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