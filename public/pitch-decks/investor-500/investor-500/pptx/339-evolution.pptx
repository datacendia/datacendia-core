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EVOLUTION EQUITY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EVOLUTION EQUITY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EVOLUTION EQUITY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 / London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EVOLUTION EQUITY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EVOLUTION EQUITY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evolution's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evolution has backed the data stack (Cybersecurity globally,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EVOLUTION EQUITY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cybersecurity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EVOLUTION EQUITY PARTNERS — Global cybersecurity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