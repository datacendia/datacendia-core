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NOTION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NOTION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NOTION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NOTION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NOTION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notion-capital's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GoCardless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Tradeshift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notion-capital has backed the data stack (GoCardless, dbt) and AI infra (Star).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NOTION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B2B SaaS specialists — enterprise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NOTION CAPITAL — B2B SaaS specialists — enterprise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