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ZURICH INSURANCE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ZURICH INSURANCE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ZURICH INSURANCE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Zurich, Switzerland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ZURICH INSURANCE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ZURICH INSURANCE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zurich-ventures's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InsurTech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zurich-ventures has backed the data stack (InsurTech enterprise,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ZURICH INSURANCE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Insurance CVC — enterprise risk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ZURICH INSURANCE VENTURES — Insurance CVC — enterprise risk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