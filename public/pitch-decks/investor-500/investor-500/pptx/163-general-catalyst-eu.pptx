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CATALYST (EU OFFICE)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CATALYST (EU OFFICE)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CATALYST (EU OFFICE)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Berlin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CATALYST (EU OFFICE)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CATALYST (EU OFFICE)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general-catalyst-eu's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Kayak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Lemonade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general-catalyst-eu has backed the data stack (Stripe, dbt) and AI infra (Snap).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CATALYST (EU OFFICE)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Responsible innovation and regulation-ready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GENERAL CATALYST (EU OFFICE) — Responsible innovation and regulation-ready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