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PUMA SPRINGBOARD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PUMA SPRINGBOARD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PUMA SPRINGBOARD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Dublin, Ireland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PUMA SPRINGBOARD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PUMA SPRINGBOARD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puma-springboard's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Allied Irish Banks network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puma-springboard has backed the data stack (Allied Irish Banks network,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PUMA SPRINGBOARD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Irish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PUMA SPRINGBOARD — Irish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