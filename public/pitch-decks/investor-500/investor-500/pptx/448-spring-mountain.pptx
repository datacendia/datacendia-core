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SPRING MOUNTAIN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SPRING MOUNTAIN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SPRING MOUNTAIN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SPRING MOUNTAIN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SPRING MOUNTAIN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spring-mountain's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fund of funds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spring-mountain has backed the data stack (Enterprise fund of funds,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SPRING MOUNTAIN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tech fund allocation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SPRING MOUNTAIN CAPITAL — Enterprise tech fund allocation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