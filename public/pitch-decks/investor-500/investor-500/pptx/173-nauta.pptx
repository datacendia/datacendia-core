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AUT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AUT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AUT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arcelona / Londo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AUT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AUT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aut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ypefo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e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sh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auta has backed the data stack (Typeform, dbt) and AI infra (Ple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AUT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B2B software and cyber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AUTA CAPITAL — European B2B software and cyber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