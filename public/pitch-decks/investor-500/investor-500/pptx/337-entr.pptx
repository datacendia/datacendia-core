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ENTR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ENTR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ENTR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ENTR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ENTR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entr's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entr has backed the data stack (Enterprise infrastructure,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ENTR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infrastructure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ENTR PARTNERS — Enterprise infrastructure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