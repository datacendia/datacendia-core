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BVP FORGE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BVP FORGE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BVP FORGE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BVP FORGE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BVP FORGE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bvp-forge's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LinkedIn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Yelp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bvp-forge has backed the data stack (Twilio, dbt) and AI infra (LinkedIn).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BVP FORGE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Bessemer growth vehicle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BVP FORGE — Bessemer growth vehicle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