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STRIVE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STRIVE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STRIVE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STRIVE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STRIVE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strive's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strive has backed the data stack (Japanese enterprise SaaS,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STRIVE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 early-stage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STRIVE — Japan early-stage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