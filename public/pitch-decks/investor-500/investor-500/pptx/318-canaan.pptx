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canaan's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has backed the data stack (Lending Club, dbt) and AI infra (Match).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CANAAN PARTNERS (II) — Multi-stage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