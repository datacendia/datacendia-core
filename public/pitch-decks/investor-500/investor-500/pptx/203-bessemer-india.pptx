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BESSEMER VENTURE PARTNERS (INDIA)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BESSEMER VENTURE PARTNERS (INDIA)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BESSEMER VENTURE PARTNERS (INDIA)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Bangalore, India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BESSEMER VENTURE PARTNERS (INDIA)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BESSEMER VENTURE PARTNERS (INDIA)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bessemer-india's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Swiggy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PhonePe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Myntra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bessemer-india has backed the data stack (Swiggy, dbt) and AI infra (PhonePe).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BESSEMER VENTURE PARTNERS (INDIA)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India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BESSEMER VENTURE PARTNERS (INDIA) — India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