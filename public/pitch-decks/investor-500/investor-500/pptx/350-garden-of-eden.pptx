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 SQUARED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 SQUARED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 SQUARED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Chicago, IL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 SQUARED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 SQUARED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garden-of-eden's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garden-of-eden has backed the data stack (SpaceX, dbt) and AI infra (Notion).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 SQUARED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Late-stage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 SQUARED — Late-stage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