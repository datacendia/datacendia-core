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GOODWATER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GOODWATER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GOODWATER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Burlingame, CA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GOODWATER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GOODWATER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goodwater's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StockX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Whatnot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goodwater has backed the data stack (Faire, dbt) and AI infra (StockX).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GOODWATER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technology data-driven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GOODWATER CAPITAL — Consumer technology data-driven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