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MENLO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MENLO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MENLO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MENLO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MENLO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menlo-micro's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Siri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Roku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menlo-micro has backed the data stack (Uber, dbt) and AI infra (Siri).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MENLO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Multi-stage enterprise and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MENLO VENTURES — Multi-stage enterprise and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