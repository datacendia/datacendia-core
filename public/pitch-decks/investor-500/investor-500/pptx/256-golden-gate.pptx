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GOLDEN GATE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GOLDEN GATE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GOLDEN GATE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GOLDEN GATE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GOLDEN GATE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golden-gate's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 Asian fintech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golden-gate has backed the data stack (SE Asian fintech and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GOLDEN GATE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Singapore seed-stage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GOLDEN GATE VENTURES — Singapore seed-stage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