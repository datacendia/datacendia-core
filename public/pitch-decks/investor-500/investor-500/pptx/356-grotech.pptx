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GROTECH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GROTECH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GROTECH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Owings Mills, MD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GROTECH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GROTECH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grotech's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Advertising.com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Sourcefire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grotech has backed the data stack (Advertising.com, dbt) and AI infra (Sourcefire).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GROTECH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East Coast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GROTECH VENTURES — East Coast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