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FLOURISH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FLOURISH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FLOURISH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VC · San Francisco / Bangalore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FLOURISH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FLOURISH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flourish's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Chipper Cash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Andela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flourish has backed the data stack (Chime, dbt) and AI infra (Chipper Cash).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FLOURISH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Fintech for prosperity — Omidyar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FLOURISH VENTURES — Fintech for prosperity — Omidyar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