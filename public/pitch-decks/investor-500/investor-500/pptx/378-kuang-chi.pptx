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KUANG-CHI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KUANG-CHI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KUANG-CHI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Deep Tech · Shenzhen, China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KUANG-CHI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KUANG-CHI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kuang-chi's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kuang-chi has backed the data stack (Chinese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KUANG-CHI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frontier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KUANG-CHI — Chinese frontier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