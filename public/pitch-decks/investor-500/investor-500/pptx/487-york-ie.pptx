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YORK IE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YORK IE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YORK IE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Manchester, NH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YORK IE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YORK IE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york-ie's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Northeast enterprise B2B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york-ie has backed the data stack (Northeast enterprise B2B,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YORK IE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New England enterprise specialist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YORK IE — New England enterprise specialist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