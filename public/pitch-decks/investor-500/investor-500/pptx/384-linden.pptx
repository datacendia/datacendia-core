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INDEN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INDEN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INDEN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Healthcare PE · Chicago, IL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INDEN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INDEN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inde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althcare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inden has backed the data stack (Healthcare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INDEN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care-focused buyo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INDEN CAPITAL PARTNERS — Healthcare-focused buy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