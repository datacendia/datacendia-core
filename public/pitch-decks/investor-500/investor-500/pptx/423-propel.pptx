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PROPEL VENTURE PARTNERS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PROPEL VENTURE PARTNERS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PROPEL VENTURE PARTNERS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San Francisco, CA · $500M+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PROPEL VENTURE PARTNERS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PROPEL VENTURE PARTNERS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propel's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BBVA fintech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Enterprise banking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propel has backed the data stack (BBVA fintech, dbt) and AI infra (Enterprise banking).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PROPEL VENTURE PARTNERS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Bank-backed fintech VC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PROPEL VENTURE PARTNERS — Bank-backed fintech VC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