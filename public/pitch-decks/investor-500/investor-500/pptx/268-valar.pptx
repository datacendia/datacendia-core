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VALAR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VALAR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VALAR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New York/London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VALAR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VALAR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valar's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TransferWise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N26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Xero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valar has backed the data stack (TransferWise, dbt) and AI infra (N26).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VALAR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Peter Thiel — global fintech/enterprise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VALAR VENTURES — Peter Thiel — global fintech/enterprise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