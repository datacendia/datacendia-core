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STRONG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STRONG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STRONG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 / Seoul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STRONG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STRONG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strong-vc's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Korean-American bridge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strong-vc has backed the data stack (Korean-American bridge,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STRONG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US-Korea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STRONG VENTURES — US-Korea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