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KERRY GROUP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KERRY GROUP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KERRY GROUP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Naas, Ireland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KERRY GROUP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KERRY GROUP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kelly-ventures's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Food/agriculture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kelly-ventures has backed the data stack (Food/agriculture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KERRY GROUP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Food industry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KERRY GROUP VENTURES — Food industry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