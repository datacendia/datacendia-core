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VENTURE REALITY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VENTURE REALITY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VENTURE REALITY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VENTURE REALITY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VENTURE REALITY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venture-reality's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Spatial computing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venture-reality has backed the data stack (Spatial computing and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VENTURE REALITY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XR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VENTURE REALITY FUND — XR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