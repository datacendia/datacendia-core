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MICROSOFT M12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MICROSOFT M12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MICROSOFT M12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Redmond, WA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MICROSOFT M12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MICROSOFT M12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microsoft-m12's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microsoft-m12 has backed the data stack (Enterprise infra ecosystem,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MICROSOFT M12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Microsoft strategic investments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MICROSOFT M12 (II) — Microsoft strategic investments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