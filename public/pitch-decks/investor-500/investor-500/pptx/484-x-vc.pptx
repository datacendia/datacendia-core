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X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X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X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X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X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x-vc's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x-vc has backed the data stack (Enterprise deep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X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 tech enterprise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X VENTURES — Deep tech enterprise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