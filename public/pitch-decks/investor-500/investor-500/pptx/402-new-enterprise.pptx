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NEW ENTERPRISE ASSOCIATES (II)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NEW ENTERPRISE ASSOCIATES (II)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NEW ENTERPRISE ASSOCIATES (II)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$25B+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NEW ENTERPRISE ASSOCIATES (II)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NEW ENTERPRISE ASSOCIATES (II)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new-enterprise's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Coursera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MongoDB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new-enterprise has backed the data stack (Coursera, dbt) and AI infra (MongoDB).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NEW ENTERPRISE ASSOCIATES (II)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Multi-stage global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NEW ENTERPRISE ASSOCIATES (II) — Multi-stage global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