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STARTS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STARTS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STARTS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Tokyo, Japan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STARTS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STARTS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starts's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starts has backed the data stack (Japanese enterprise B2B,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STARTS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proptech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STARTS VENTURES — Japanese proptech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