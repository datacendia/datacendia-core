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BOXGROUP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BOXGROUP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BOXGROUP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BOXGROUP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BOXGROUP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boxgroup's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boxgroup has backed the data stack (Plaid, dbt) and AI infra (Airtable).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BOXGROUP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pre-seed/seed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BOXGROUP — NYC pre-seed/seed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