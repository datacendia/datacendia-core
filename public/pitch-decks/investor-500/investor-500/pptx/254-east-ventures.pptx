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EAST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EAST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EAST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Jakarta / Tokyo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EAST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EAST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east-ventures's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Tokopedia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Ruangguru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ShopBack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east-ventures has backed the data stack (Tokopedia, dbt) and AI infra (Ruangguru).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EAST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Southeast Asia tech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EAST VENTURES — Southeast Asia tech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