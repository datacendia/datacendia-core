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IFG (IRISH FUNDS GROUP)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IFG (IRISH FUNDS GROUP)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IFG (IRISH FUNDS GROUP)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Government Fund · Dublin, Ireland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IFG (IRISH FUNDS GROUP)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IFG (IRISH FUNDS GROUP)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ifg's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Irish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ifg has backed the data stack (Irish enterprise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IFG (IRISH FUNDS GROUP)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Irish enterprise tech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IFG (IRISH FUNDS GROUP) — Irish enterprise tech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