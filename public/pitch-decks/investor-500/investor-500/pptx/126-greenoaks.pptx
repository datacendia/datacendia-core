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GREENOAKS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GREENOAKS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GREENOAKS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GREENOAKS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GREENOAKS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greenoaks's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Coupang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Wiz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greenoaks has backed the data stack (Coupang, dbt) and AI infra (Brex).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GREENOAKS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Concentrated bets on category leaders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GREENOAKS CAPITAL — Concentrated bets on category leaders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