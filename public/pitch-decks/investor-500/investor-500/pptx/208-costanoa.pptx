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COSTANOA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COSTANOA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COSTANOA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COSTANOA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COSTANOA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costanoa's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Clari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Lattice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Cloudflare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costanoa has backed the data stack (Clari, dbt) and AI infra (Lattice).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COSTANOA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seed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COSTANOA VENTURES — Enterprise seed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