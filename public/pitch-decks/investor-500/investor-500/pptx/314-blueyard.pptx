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BLUEYARD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BLUEYARD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BLUEYARD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Berlin, Germany · $500M+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BLUEYARD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BLUEYARD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blueyard's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Protocol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Centrifuge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blueyard has backed the data stack (Protocol Labs, dbt) and AI infra (Centrifuge).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BLUEYARD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Decentralized infrastructure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BLUEYARD CAPITAL — Decentralized infrastructure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