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ALIGN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ALIGN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ALIGN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ALIGN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ALIGN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align's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align has backed the data stack (Enterprise AI,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ALIGN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alignment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ALIGN VENTURES — AI alignment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