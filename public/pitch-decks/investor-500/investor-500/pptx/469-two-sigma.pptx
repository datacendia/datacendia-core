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TWO SIGMA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TWO SIGMA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TWO SIGMA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TWO SIGMA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TWO SIGMA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two-sigma's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data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two-sigma has backed the data stack (AI and data infrastructure,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TWO SIGMA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Quantitative firm venture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TWO SIGMA VENTURES — Quantitative firm venture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