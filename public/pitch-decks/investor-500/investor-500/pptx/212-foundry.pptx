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FOUNDRY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FOUNDRY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FOUNDRY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Boulder, CO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FOUNDRY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FOUNDRY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foundry's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Fitbit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SendGrid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MakerBot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foundry has backed the data stack (Fitbit, dbt) and AI infra (SendGrid).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FOUNDRY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Brad Feld — enterprise and platforms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FOUNDRY GROUP — Brad Feld — enterprise and platforms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