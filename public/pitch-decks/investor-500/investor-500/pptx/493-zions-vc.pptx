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ONS BANCORPOR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ONS BANCORPOR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ONS BANCORPOR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lt Lake City, U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ONS BANCORPOR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ONS BANCORPOR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ions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nking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ons-vc has backed the data stack (Banking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ONS BANCORPOR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onal bank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IONS BANCORPORATION VENTURES — Regional bank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