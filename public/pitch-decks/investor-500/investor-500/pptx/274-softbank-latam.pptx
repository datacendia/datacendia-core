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SOFTBANK LATIN AMERICA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SOFTBANK LATIN AMERICA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SOFTBANK LATIN AMERICA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Miami / São Paulo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SOFTBANK LATIN AMERICA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SOFTBANK LATIN AMERICA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softbank-latam's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Rappi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Kavak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Vtex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softbank-latam has backed the data stack (Rappi, dbt) and AI infra (Kavak).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SOFTBANK LATIN AMERICA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LatAm technology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SOFTBANK LATIN AMERICA FUND — LatAm technology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