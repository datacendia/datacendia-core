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ACREW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ACREW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ACREW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ACREW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ACREW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acrew's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Expanse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Demisto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acrew has backed the data stack (Expanse, dbt) and AI infra (Demisto).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ACREW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Diverse-led enterprise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ACREW CAPITAL — Diverse-led enterprise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