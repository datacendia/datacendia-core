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FORGEPOINT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FORGEPOINT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FORGEPOINT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VC · San Mateo,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FORGEPOINT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FORGEPOINT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forgepoint's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CrowdStrike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Carbon Black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Ionic Security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forgepoint has backed the data stack (CrowdStrike, dbt) and AI infra (Carbon Black).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FORGEPOINT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security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FORGEPOINT CAPITAL — Enterprise security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