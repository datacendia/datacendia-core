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ALMA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ALMA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ALMA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ALMA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ALMA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alma-mundi's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investing in Southern Europe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alma-mundi has backed the data stack (Impact investing in Southern Europe,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ALMA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Iberian deep tech and sustainability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ALMA MUNDI VENTURES — Iberian deep tech and sustainability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