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ALUMINARI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ALUMINARI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ALUMINARI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Boston, MA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ALUMINARI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ALUMINARI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aluminum's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aluminum has backed the data stack (Enterprise B2B,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ALUMINARI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MIT network enterprise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ALUMINARI VENTURES — MIT network enterprise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