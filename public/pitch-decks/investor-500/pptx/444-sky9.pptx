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SKY9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SKY9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SKY9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Shanghai, China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SKY9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SKY9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sky9's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sky9 has backed the data stack (Chinese enterprise SaaS,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SKY9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Chinese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SKY9 CAPITAL — Chinese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