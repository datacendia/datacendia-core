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COMMONFUND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COMMONFUND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COMMONFUND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Endowment Fund · Wilton, CT · $26B+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COMMONFUND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COMMONFUND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commonfund's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Endowment allocations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commonfund has backed the data stack (Endowment allocations,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COMMONFUND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University endowment tech allocation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COMMONFUND CAPITAL — University endowment tech allocation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