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COMMONFUND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COMMONFUND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COMMONFUND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Endowment Fund · Wilton, CT · $26B+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COMMONFUND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COMMONFUND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Commonfund Capital invests in endowment fund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Endowment allocations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commonfund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COMMONFUND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COMMONFUND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