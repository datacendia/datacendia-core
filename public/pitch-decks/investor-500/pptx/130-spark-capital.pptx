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SPARK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SPARK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SPARK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 / San Francisco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SPARK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SPARK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Spark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Affirm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spark-capital portfolio includes Twitter, Slack, Affirm, Discord.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SPARK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with enterprise DNA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SPARK CAPITAL — Multi-stage with enterprise DNA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