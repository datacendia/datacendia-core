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SEQ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SEQ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SEQ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SEQ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SEQ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SEQ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Seed enterprise infra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seq-capital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SEQ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SEQ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