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ADDITION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ADDITION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ADDITION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ADDITION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ADDITION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addition's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addition has backed the data stack (Plaid, dbt) and AI infra (Figma).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ADDITION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Founded by Lee Fixel — concentrated portfolio approach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ADDITION — Founded by Lee Fixel — concentrated portfolio approach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