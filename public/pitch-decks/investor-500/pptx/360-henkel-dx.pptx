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HENKEL DX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HENKEL DX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HENKEL DX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Düsseldorf, Germany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HENKEL DX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HENKEL DX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henkel-dx's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Industrial AI and supply chain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henkel-dx has backed the data stack (Industrial AI and supply chain,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HENKEL DX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 goods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HENKEL DX VENTURES — Consumer goods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