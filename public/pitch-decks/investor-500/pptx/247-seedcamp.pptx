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SEEDCAMP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SEEDCAMP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SEEDCAMP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SEEDCAMP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SEEDCAMP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seedcamp's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seedcamp has backed the data stack (Transferwise, dbt) and AI infra (UiPath).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SEEDCAMP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Pan-European seed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SEEDCAMP — Pan-European seed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