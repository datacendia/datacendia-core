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SEEDCAMP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SEEDCAMP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SEEDCAMP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SEEDCAMP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SEEDCAMP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Seedcamp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seedcamp portfolio includes Transferwise, UiPath, Revolut.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SEEDCAMP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Pan-European seed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SEEDCAMP — Pan-European seed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