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RIPPLE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RIPPLE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RIPPLE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Toronto, Canada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RIPPLE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RIPPLE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ripple's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ripple has backed the data stack (Canadian enterprise B2B,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RIPPLE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enterprise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RIPPLE VENTURES — Canadian enterprise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