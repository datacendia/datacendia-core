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CAPNAMIC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CAPNAMIC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CAPNAMIC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Cologne, Germany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CAPNAMIC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CAPNAMIC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capnamic's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B2B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capnamic has backed the data stack (German B2B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CAPNAMIC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German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CAPNAMIC VENTURES — German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