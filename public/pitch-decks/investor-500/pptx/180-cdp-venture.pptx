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CDP VENTURE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CDP VENTURE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CDP VENTURE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Government VC · Rome, Italy · $2B+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CDP VENTURE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CDP VENTURE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cdp-venture's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Italian tech ecosystem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cdp-venture has backed the data stack (Italian tech ecosystem,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CDP VENTURE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Italian national innovation fund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CDP VENTURE CAPITAL — Italian national innovation fund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