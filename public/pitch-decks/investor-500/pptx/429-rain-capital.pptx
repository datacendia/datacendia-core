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rain-capital's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rain-capital has backed the data stack (Cybersecurity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cybersecurity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RAIN CAPITAL — Enterprise cybersecurity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