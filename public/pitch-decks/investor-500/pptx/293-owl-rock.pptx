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BLUE OWL (EX-OWL ROCK)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BLUE OWL (EX-OWL ROCK)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BLUE OWL (EX-OWL ROCK)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Credit · New York, NY · $170B+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BLUE OWL (EX-OWL ROCK)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BLUE OWL (EX-OWL ROCK)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owl-rock's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lending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owl-rock has backed the data stack (Enterprise tech lending,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BLUE OWL (EX-OWL ROCK)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Technology-focused private credit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BLUE OWL (EX-OWL ROCK) — Technology-focused private credit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