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CO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CO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CO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Dubai, UA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CO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CO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ECO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top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arak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zee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co portfolio includes Kitopi, Baraka, Vezeet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CO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NA technology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ECO CAPITAL — MENA technology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