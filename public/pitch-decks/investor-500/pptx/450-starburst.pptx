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STARBURST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STARBURST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STARBURST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 / Paris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STARBURST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STARBURST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Starburst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Aerospace and defense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starburst portfolio includes Aerospace and defense AI.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STARBURST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STARBURST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