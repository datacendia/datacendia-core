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STARBURST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STARBURST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STARBURST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 / Paris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STARBURST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STARBURST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starburst's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Aerospace and defense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starburst has backed the data stack (Aerospace and defense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STARBURST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Aerospace defense accelerator/fund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STARBURST VENTURES — Aerospace defense accelerator/fund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