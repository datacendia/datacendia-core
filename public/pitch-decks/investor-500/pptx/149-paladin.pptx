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VC · Washington, DC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Paladin Capital Group invests in cybersecurity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Trellix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CyberGRX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portfolio includes Trellix, CyberGRX, Virtru.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Cyber, space, and strategic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PALADIN CAPITAL GROUP — Cyber, space, and strategic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