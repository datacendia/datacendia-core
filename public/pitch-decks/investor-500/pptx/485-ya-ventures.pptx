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 ANALYTICS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 ANALYTICS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 ANALYTICS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VC · Dallas, TX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 ANALYTICS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Y Analytics invests in impact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Impact enterprise investing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ya-ventures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Y ANALYTICS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