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MONTAGE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MONTAGE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MONTAGE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MONTAGE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MONTAGE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montage's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AI 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montage has backed the data stack (Enterprise AI seed,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MONTAGE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AI-first seed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MONTAGE VENTURES — AI-first seed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