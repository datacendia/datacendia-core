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STEPSTONE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STEPSTONE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STEPSTONE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Fund of Funds · New York, NY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STEPSTONE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STEPSTONE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StepStone Group invests in fund of funds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Private market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step-stone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STEPSTONE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STEPSTONE GROUP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