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DEFY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DEFY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DEFY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DEFY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DEFY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Defy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Snyk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Dialpad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defy portfolio includes Snyk, Dialpad.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DEFY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DEFY PARTNERS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