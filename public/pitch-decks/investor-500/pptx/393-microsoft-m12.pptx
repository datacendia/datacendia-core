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MICROSOFT M12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MICROSOFT M12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MICROSOFT M12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Redmond, WA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MICROSOFT M12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MICROSOFT M12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Microsoft M12 (II)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microsoft-m12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MICROSOFT M12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MICROSOFT M12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