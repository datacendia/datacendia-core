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KAIROS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KAIROS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KAIROS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KAIROS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KAIROS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Kairos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 tech from universities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kairos-vc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KAIROS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KAIROS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