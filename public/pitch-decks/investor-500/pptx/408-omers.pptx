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OMERS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OMERS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OMERS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Pension VC · Toronto, Canada · $5B+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OMERS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OMERS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OMERS Ventures invests in pension vc opportunities. Datacendia is the missing governance layer for enterprise AI.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Shopify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Hopper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Wealthsimple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omers portfolio includes Shopify, Hopper, Wealthsimple. Datacendia completes the stack with AI governance and audit.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OMERS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Decision evidence is the next infrastructure default — every enterprise deploying AI will be required to produce decision evidence under regulatory or legal challenge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28" name="Picture 27" descr="nvidia-inception-program-badge-rgb-for-scr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4023360"/>
            <a:ext cx="1645920" cy="8229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OMERS VENTURES — Decision evidence is the next infrastructure default — every enterprise deploying AI will be required to produce decision evidence under regulatory or legal challenge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