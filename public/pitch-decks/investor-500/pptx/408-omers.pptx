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OMERS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OMERS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OMERS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Pension VC · Toronto, Canada · $5B+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OMERS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OMERS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OMERS Ventures invests in pension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Shopify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Hopper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Wealthsimple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omers portfolio includes Shopify, Hopper, Wealthsimple.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OMERS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OMERS VENTURES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