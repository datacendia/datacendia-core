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ENOAK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ENOAK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ENOAK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ENOAK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ENOAK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eenoaks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enoaks portfolio includes Coupang, Brex, Wiz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ENOAK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centrated bets on category lea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REENOAKS CAPITAL — Concentrated bets on category lead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