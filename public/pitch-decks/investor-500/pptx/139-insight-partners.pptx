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INSIGHT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INSIGHT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INSIGHT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INSIGHT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INSIGHT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insight-partners's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DocuSign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insight-partners has backed the data stack (Shopify, dbt) and AI infra (Twitter).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INSIGHT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ScaleUp platform — operational growth support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INSIGHT PARTNERS — ScaleUp platform — operational growth support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