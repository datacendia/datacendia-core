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OCEAN BIO-CHEM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OCEAN BIO-CHEM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OCEAN BIO-CHEM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Fort Lauderdale, FL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OCEAN BIO-CHEM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OCEAN BIO-CHEM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ocean-bio's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Sustainability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ocean-bio has backed the data stack (Sustainability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OCEAN BIO-CHEM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Environmental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OCEAN BIO-CHEM VENTURES — Environmental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