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INITIALIZED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INITIALIZED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INITIALIZED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INITIALIZED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INITIALIZED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initialized's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Cruise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initialized has backed the data stack (Coinbase, dbt) and AI infra (Instacart).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INITIALIZED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Pre-seed/seed specialists, technical founders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INITIALIZED CAPITAL — Pre-seed/seed specialists, technical founders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