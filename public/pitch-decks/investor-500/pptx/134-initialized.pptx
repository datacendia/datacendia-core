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INITIALIZED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INITIALIZED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INITIALIZED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INITIALIZED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INITIALIZED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Initialized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Coinbase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Instacart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Cruise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initialized portfolio includes Coinbase, Instacart, Cruise.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INITIALIZED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Pre-seed/seed specialists, technical founders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INITIALIZED CAPITAL — Pre-seed/seed specialists, technical founders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