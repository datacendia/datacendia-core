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LATITUDE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LATITUDE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LATITUDE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Lagos / Nairobi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LATITUDE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LATITUDE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Latitude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African enterprise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latitude-ventures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LATITUDE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LATITUDE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