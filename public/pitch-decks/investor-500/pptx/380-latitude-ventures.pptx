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LATITUDE VENTURES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LATITUDE VENTURES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LATITUDE VENTURES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Evidence Infrastructure for AI Systems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Venture Capital · Lagos / Nairobi · $100M+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LATITUDE VENTURES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LATITUDE VENTURES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Latitude Ventures invests in venture capital opportunities. Datacendia is the missing governance layer for enterprise AI.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decision-evidence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African enterprise tech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latitude-ventures investment focus aligns with Datacendia. AI governance completes the enterprise stack.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Decision Evidence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Every enterprise deploying AI will be required to produce decision evidence under regulatory or legal challenge — and no platform exists to generate it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Widely adopted decision-evidence platforms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LATITUDE VENTURES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Decision evidence is the next infrastructure default — every enterprise deploying AI will be required to produce decision evidence under regulatory or legal challenge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Decision Evidence Infrastructure
Our moat: We define the evidentiary artifact that regulators will eventually expect. First to codify it wins the category.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Why This Must Exist Now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EU AI Act (2025–2026) → enforceable auditability requirements. DORA → operational traceability for financial services. Litigation risk → retrospective scrutiny of AI decisions. Enterprise AI adoption → exploding unaudited decision surface. This creates a new infrastructure requirement: decision evidence.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28" name="Picture 27" descr="nvidia-inception-program-badge-rgb-for-scre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2040" y="4023360"/>
            <a:ext cx="1645920" cy="8229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 member. 3 LOI-stage discussions.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Prepared for LATITUDE VENTURES — Decision evidence is the next infrastructure default — every enterprise deploying AI will be required to produce decision evidence under regulatory or legal challenge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