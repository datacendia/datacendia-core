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OPENSPACE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OPENSPACE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OPENSPACE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OPENSPACE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OPENSPACE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OpenSpace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Funding Societies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openspace portfolio includes Funding Societies, Carro.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OPENSPACE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ASEAN Series A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OPENSPACE VENTURES — ASEAN Series A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