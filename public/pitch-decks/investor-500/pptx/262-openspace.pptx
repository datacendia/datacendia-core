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OPENSPACE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OPENSPACE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OPENSPACE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OPENSPACE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OPENSPACE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openspace's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Funding Societies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openspace has backed the data stack (Funding Societies, dbt) and AI infra (Carro).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OPENSPACE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ASEAN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OPENSPACE VENTURES — ASEAN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