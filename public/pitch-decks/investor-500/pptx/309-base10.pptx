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BASE10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BASE10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BASE10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BASE10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BASE10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Base10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base10 portfolio includes Figma, Notion.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BASE10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BASE10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