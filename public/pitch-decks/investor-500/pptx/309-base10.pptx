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SE10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SE10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SE10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SE10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SE10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se10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se10 portfolio includes Figma, Notio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SE10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ASE10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