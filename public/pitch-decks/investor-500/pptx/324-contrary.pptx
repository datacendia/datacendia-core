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CONTRARY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CONTRARY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CONTRARY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CONTRARY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CONTRARY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Contrary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University founder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contrary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CONTRARY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CONTRARY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