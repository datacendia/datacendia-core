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NTRARY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NTRARY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NTRARY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NTRARY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NTRARY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ontrary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niversity founder net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ntrary has backed the data stack (University founder network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NTRARY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tudent and professor found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NTRARY CAPITAL — Student and professor found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