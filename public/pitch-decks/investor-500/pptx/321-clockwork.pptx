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CLOCKWORK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CLOCKWORK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CLOCKWORK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CLOCKWORK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CLOCKWORK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Clockwork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European B2B SaaS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clockwork portfolio includes European B2B SaaS.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CLOCKWORK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CLOCKWORK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