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VITRUVIAN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VITRUVIAN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VITRUVIAN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VITRUVIAN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VITRUVIAN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Vitruvian Partners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Just Eat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Farfetch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vitruvian portfolio includes Darktrace, Just Eat, Farfetch.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VITRUVIAN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enterprise growth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VITRUVIAN PARTNERS — European enterprise growth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