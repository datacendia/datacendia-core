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VITRUVIAN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VITRUVIAN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VITRUVIAN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London, UK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VITRUVIAN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VITRUVIAN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vitruvian's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Darktrace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Just Eat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Farfetch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vitruvian has backed the data stack (Darktrace, dbt) and AI infra (Just Eat).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VITRUVIAN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enterprise growth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VITRUVIAN PARTNERS — European enterprise growth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