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BILGE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BILGE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BILGE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Istanbul, Turkey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BILGE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BILGE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Bilge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Turkish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bilge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BILGE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BILGE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