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NORTHPOND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NORTHPOND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NORTHPOND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Greenwich, CT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NORTHPOND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NORTHPOND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Northpond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Science-driven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northpond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NORTHPOND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NORTHPOND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