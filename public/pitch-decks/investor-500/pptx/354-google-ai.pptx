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GOOGLE FOR STARTUPS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GOOGLE FOR STARTUPS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GOOGLE FOR STARTUPS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Mountain View, CA · N/A (Program)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GOOGLE FOR STARTUPS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GOOGLE FOR STARTUPS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Google for Startups invests in accelerator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startup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google-ai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GOOGLE FOR STARTUPS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GOOGLE FOR STARTUPS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