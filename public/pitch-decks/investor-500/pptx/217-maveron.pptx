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MAVERON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MAVERON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MAVERON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Seattle, WA · $1.5B+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MAVERON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MAVERON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Maveron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Zulily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Potbelly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General Assembly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maveron portfolio includes Zulily, Potbelly, General Assembly.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MAVERON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and enterprise — Starbucks origin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MAVERON — Consumer and enterprise — Starbucks origin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