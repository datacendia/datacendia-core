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CAIXA CAPITAL RISC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CAIXA CAPITAL RISC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CAIXA CAPITAL RISC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Barcelona, Spain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CAIXA CAPITAL RISC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CAIXA CAPITAL RISC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Caixa Capital Risc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eDreams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Trovit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Kantox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caixa-capital portfolio includes eDreams, Trovit, Kantox.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CAIXA CAPITAL RISC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 Caixa banking group — fintech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CAIXA CAPITAL RISC — La Caixa banking group — fintech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