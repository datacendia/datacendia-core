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DEEP KNOWLEDGE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DEEP KNOWLEDGE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DEEP KNOWLEDGE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Hong Kong · $500M+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DEEP KNOWLEDGE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DEEP KNOWLEDGE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Deep Knowledge Ventures invests in venture capital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AI and longevity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deep-knowledge portfolio includes AI and longevity. Datacendia completes the stack with AI governance and audit.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DEEP KNOWLEDGE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AI governance and deep tech Asia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DEEP KNOWLEDGE VENTURES — AI governance and deep tech Asia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