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J.P. MORGAN GROWTH EQUITY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J.P. MORGAN GROWTH EQUITY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J.P. MORGAN GROWTH EQUITY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Corporate VC · New York, NY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J.P. MORGAN GROWTH EQUITY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J.P. MORGAN GROWTH EQUITY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J.P. Morgan Growth Equity invests in corporate vc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Fintech enterprise infrastructure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jp-morgan-ventures investment focus aligns with Datacendia. AI governance completes the enterprise stack.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J.P. MORGAN GROWTH EQUITY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nvidia-inception-program-badge-rgb-for-sc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4023360"/>
            <a:ext cx="164592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J.P. MORGAN GROWTH EQUITY — 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