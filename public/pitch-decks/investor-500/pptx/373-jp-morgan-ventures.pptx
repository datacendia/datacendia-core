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J.P. MORGAN GROWTH EQUITY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J.P. MORGAN GROWTH EQUITY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J.P. MORGAN GROWTH EQUITY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J.P. MORGAN GROWTH EQUITY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J.P. MORGAN GROWTH EQUITY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J.P. Morgan Growth Equity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 enterprise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jp-morgan-ventures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J.P. MORGAN GROWTH EQUITY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J.P. MORGAN GROWTH EQUITY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