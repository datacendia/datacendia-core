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NERDY (VARSITY TUTORS PARENT)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NERDY (VARSITY TUTORS PARENT)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NERDY (VARSITY TUTORS PARENT)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St. Louis, MO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NERDY (VARSITY TUTORS PARENT)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NERDY (VARSITY TUTORS PARENT)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Nerdy (Varsity Tutors parent)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nerdy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NERDY (VARSITY TUTORS PARENT)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EdTech enterprise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NERDY (VARSITY TUTORS PARENT) — EdTech enterprise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