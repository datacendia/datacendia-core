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OVO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OVO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OVO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OVO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OVO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ovo's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pre-seed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ovo has backed the data stack (Enterprise pre-seed,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OVO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Bay Area pre-seed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OVO FUND — Bay Area pre-seed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