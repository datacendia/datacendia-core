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LIVINGBRIDGE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LIVINGBRIDGE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LIVINGBRIDGE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LIVINGBRIDGE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LIVINGBRIDGE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Livingbridge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B2B software scale-ups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livingbridge portfolio includes UK B2B software scale-ups.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LIVINGBRIDGE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LIVINGBRIDGE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