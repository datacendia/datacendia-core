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LIVINGBRIDGE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LIVINGBRIDGE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LIVINGBRIDGE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Growth Equity · London, UK · $3B+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LIVINGBRIDGE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LIVINGBRIDGE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Livingbridge invests in growth equity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UK B2B software scale-ups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livingbridge portfolio includes UK B2B software scale-ups. Datacendia completes the stack with AI governance and audit.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LIVINGBRIDGE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nvidia-inception-program-badge-rgb-for-sc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4023360"/>
            <a:ext cx="1645920" cy="822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LIVINGBRIDGE — 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