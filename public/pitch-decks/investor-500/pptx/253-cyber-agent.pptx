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CYBERAGENT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CYBERAGENT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CYBERAGENT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Tokyo, Japan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CYBERAGENT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CYBERAGENT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CyberAgent Ventures invests in corporate vc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Japanese digital media and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cyber-agent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CYBERAGENT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Japanese tech conglomerate CVC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CYBERAGENT VENTURES — Japanese tech conglomerate CVC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