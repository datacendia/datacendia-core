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CYBERAGENT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CYBERAGENT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CYBERAGENT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Tokyo, Japan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CYBERAGENT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CYBERAGENT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cyber-agent's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digital media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cyber-agent has backed the data stack (Japanese digital media and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CYBERAGENT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tech conglomerate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CYBERAGENT VENTURES — Japanese tech conglomerate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