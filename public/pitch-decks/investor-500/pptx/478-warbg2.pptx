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WARBURG PINCUS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WARBURG PINCUS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WARBURG PINCUS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Hong Kong / Mumbai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WARBURG PINCUS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WARBURG PINCUS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Warburg Pincus (Asia)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tech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warbg2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WARBURG PINCUS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WARBURG PINCUS (ASIA)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