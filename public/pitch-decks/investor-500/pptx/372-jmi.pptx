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JMI EQUITY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JMI EQUITY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JMI EQUITY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Baltimore, MD · $6B+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JMI EQUITY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JMI EQUITY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JMI Equity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Bronto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LifeLock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Bswift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jmi portfolio includes Bronto, LifeLock, Bswift.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JMI EQUITY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JMI EQUITY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