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VERTEX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VERTEX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VERTEX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Singapore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VERTEX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VERTEX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Vertex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Grab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Patsnap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Nium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vertex-ventures portfolio includes Grab, Patsnap, Nium.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VERTEX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Temasek-backed Southeast Asia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VERTEX VENTURES — Temasek-backed Southeast Asia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