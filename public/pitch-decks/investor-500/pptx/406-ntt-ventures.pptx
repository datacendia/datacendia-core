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NTT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NTT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NTT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 / Palo Alto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NTT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NTT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NTT Venture Capital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networking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ntt-ventures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NTT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NTT VENTURE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