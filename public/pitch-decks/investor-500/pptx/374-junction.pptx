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JUNCTION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JUNCTION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JUNCTION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Portland, OR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JUNCTION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JUNCTION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Junction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Pacific NW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junction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JUNCTION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JUNCTION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