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UNCTI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UNCTI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UNCTI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ortland, OR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UNCTI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UNCTI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unction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cific NW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unction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UNCTI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JUNCTION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