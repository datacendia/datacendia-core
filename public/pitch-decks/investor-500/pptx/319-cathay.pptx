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CATHAY INNOVATION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CATHAY INNOVATION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CATHAY INNOVATION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 / Paris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CATHAY INNOVATION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CATHAY INNOVATION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Cathay Innovation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ContentSquare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Shift Technology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cathay portfolio includes ContentSquare.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CATHAY INNOVATION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CATHAY INNOVATION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