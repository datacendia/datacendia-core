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NEW WAVE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NEW WAVE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NEW WAVE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NEW WAVE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NEW WAVE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new-wave's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enterprise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new-wave has backed the data stack (AI and enterprise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NEW WAVE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enterprise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NEW WAVE — European enterprise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