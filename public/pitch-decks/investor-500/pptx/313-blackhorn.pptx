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BLACKHORN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BLACKHORN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BLACKHORN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BLACKHORN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BLACKHORN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blackhorn's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Industrial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blackhorn has backed the data stack (Industrial AI,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BLACKHORN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Industrial technology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BLACKHORN VENTURES — Industrial technology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