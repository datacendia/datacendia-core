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BLACKHORN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BLACKHORN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BLACKHORN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BLACKHORN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BLACKHORN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Blackhorn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blackhorn portfolio includes Industrial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BLACKHORN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BLACKHORN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