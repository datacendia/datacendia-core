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10X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10X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10X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10X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10X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10x-genomics-ventures's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tech platform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10x-genomics-ventures has backed the data stack (Enterprise tech platform,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10X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NYC enterprise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10X CAPITAL — NYC enterprise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