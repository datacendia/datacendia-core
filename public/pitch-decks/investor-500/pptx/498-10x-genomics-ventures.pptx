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10X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10X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10X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10X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10X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10x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platform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10x-genomics-ventures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10X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10X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