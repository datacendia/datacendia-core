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CHERRY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CHERRY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CHERRY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CHERRY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CHERRY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Cherry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cherry-vc portfolio includes Flixbus, Auto1, Forto.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CHERRY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seed to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CHERRY VENTURES — Berlin seed to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