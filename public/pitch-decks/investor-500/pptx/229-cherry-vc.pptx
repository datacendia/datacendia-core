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cherry-vc's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cherry-vc has backed the data stack (Flixbus, dbt) and AI infra (Auto1).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seed to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Berlin seed to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