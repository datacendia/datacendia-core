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HIGHLAND EUROPE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HIGHLAND EUROPE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HIGHLAND EUROPE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Geneva, Switzerland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HIGHLAND EUROPE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HIGHLAND EUROPE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highland-europe's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GetYourGuide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Malwarebytes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WeTransfer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highland-europe has backed the data stack (GetYourGuide, dbt) and AI infra (Malwarebytes).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HIGHLAND EUROPE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growth-stage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HIGHLAND EUROPE — European growth-stage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