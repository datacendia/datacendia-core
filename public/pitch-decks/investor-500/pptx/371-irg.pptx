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INVUS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INVUS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INVUS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INVUS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INVUS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Invus Group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Long-term enterprise holdings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irg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INVUS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INVUS GROUP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