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PARTECH AFRICA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PARTECH AFRICA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PARTECH AFRICA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Dakar / Nairobi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PARTECH AFRICA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PARTECH AFRICA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Partech Africa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partech-africa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PARTECH AFRICA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Pan-African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PARTECH AFRICA — Pan-African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