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ZODIAC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ZODIAC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ZODIAC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ZODIAC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ZODIAC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Zodiac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AI and data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zodiac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ZODIAC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ZODIAC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