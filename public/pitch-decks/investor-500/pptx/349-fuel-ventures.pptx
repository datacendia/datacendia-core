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FUEL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FUEL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FUEL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FUEL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FUEL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fuel-ventures's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pre-seed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fuel-ventures has backed the data stack (UK pre-seed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FUEL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FUEL VENTURES — UK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