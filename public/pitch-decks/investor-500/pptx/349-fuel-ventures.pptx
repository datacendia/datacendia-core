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FUEL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FUEL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FUEL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FUEL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FUEL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Fuel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pre-seed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fuel-ventures portfolio includes UK pre-seed B2B.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FUEL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FUEL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