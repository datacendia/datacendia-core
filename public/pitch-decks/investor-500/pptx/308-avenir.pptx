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AVENIR GROWTH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AVENIR GROWTH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AVENIR GROWTH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AVENIR GROWTH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AVENIR GROWTH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avenir's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Checkout.com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avenir has backed the data stack (Brex, dbt) and AI infra (Checkout.com).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AVENIR GROWTH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Fintech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AVENIR GROWTH CAPITAL — Fintech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