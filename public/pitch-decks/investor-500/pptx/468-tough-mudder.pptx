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TRUE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TRUE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TRUE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TRUE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TRUE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True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Peloton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Fitbit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tough-mudder portfolio includes Peloton, Ring, Fitbit.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TRUE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TRUE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