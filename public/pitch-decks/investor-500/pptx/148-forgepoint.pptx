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FORGEPOINT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FORGEPOINT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FORGEPOINT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San Mateo,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FORGEPOINT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FORGEPOINT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ForgePoint Capital invests in cybersecurity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Carbon Black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Ionic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 portfolio includes CrowdStrike, Carbon Black, Ionic Security.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FORGEPOINT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security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FORGEPOINT CAPITAL — Enterprise security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