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STEELPOINT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STEELPOINT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STEELPOINT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Westport, CT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STEELPOINT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STEELPOINT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SteelPoint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security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steelpoint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STEELPOINT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STEELPOINT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