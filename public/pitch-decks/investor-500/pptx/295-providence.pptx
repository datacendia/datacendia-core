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PROVIDENCE EQUITY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PROVIDENCE EQUITY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PROVIDENCE EQUITY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Providence, RI · $50B+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PROVIDENCE EQUITY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PROVIDENCE EQUITY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Providence Equity invests in private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Blackboard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Houghton Mifflin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providence portfolio includes Blackboard, Houghton Mifflin.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PROVIDENCE EQUITY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Education and media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PROVIDENCE EQUITY — Education and media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