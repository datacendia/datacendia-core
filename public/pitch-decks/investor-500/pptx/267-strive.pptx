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STRIVE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STRIVE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STRIVE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Tokyo, Japan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STRIVE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STRIVE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STRIVE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Japanese enterprise SaaS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strive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STRIVE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Japan early-stage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STRIVE — Japan early-stage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