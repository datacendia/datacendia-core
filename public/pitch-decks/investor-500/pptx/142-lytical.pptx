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LYTICAL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LYTICAL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LYTICAL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Defense VC · McLean, VA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LYTICAL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LYTICAL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Lytical Ventures invests in defense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Babel Street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Shift5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HawkEye 360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lytical portfolio includes Babel Street, Shift5, HawkEye 360.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LYTICAL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Intelligence community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LYTICAL VENTURES — Intelligence community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