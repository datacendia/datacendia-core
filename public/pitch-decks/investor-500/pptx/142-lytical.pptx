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LYTICAL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LYTICAL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LYTICAL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Defense VC · McLean, VA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LYTICAL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LYTICAL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lytical's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Babel Street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Shift5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HawkEye 360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lytical has backed the data stack (Babel Street, dbt) and AI infra (Shift5).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LYTICAL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Intelligence community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LYTICAL VENTURES — Intelligence community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