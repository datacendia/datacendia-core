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GOODWATER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GOODWATER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GOODWATER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Burlingame,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GOODWATER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GOODWATER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Goodwater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StockX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Whatnot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goodwater portfolio includes Faire, StockX, Whatnot.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GOODWATER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technology data-driven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GOODWATER CAPITAL — Consumer technology data-driven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