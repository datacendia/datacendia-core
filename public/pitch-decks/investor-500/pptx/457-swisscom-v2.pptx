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SWISSCOM VENTURES (II)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SWISSCOM VENTURES (II)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SWISSCOM VENTURES (II)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Bern, Switzerland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SWISSCOM VENTURES (II)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SWISSCOM VENTURES (II)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Swisscom Ventures (II)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Swiss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swisscom-v2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SWISSCOM VENTURES (II)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SWISSCOM VENTURES (II)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