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SOFINA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SOFINA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SOFINA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Holding · Brussels, Belgium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SOFINA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SOFINA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Sofina invests in investment holding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sofina portfolio includes ByteDance, Flixbus, Swile.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SOFINA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Long-term European technology holding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SOFINA — Long-term European technology holding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