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ARADIG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ARADIG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ARADIG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ARADIG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ARADIG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aradigm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niswa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ptimis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smo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aradigm portfolio includes Uniswap, Optimism, Cosmos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ARADIG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ypto and frontier tech research-driven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ARADIGM — Crypto and frontier tech research-driven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