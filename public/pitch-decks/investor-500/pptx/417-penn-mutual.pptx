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PENN MUTUAL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PENN MUTUAL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PENN MUTUAL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Horsham, PA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PENN MUTUAL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PENN MUTUAL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Penn Mutual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InsurTech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penn-mutual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PENN MUTUAL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PENN MUTUAL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