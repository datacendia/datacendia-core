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EVOLUTION EQUITY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EVOLUTION EQUITY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EVOLUTION EQUITY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 / London · $800M+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EVOLUTION EQUITY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EVOLUTION EQUITY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evolution's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Cybersecurity globally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evolution has backed the data stack (Cybersecurity globally,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EVOLUTION EQUITY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 cybersecurity specialist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EVOLUTION EQUITY PARTNERS — Global cybersecurity specialist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