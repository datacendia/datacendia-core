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ENTR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ENTR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ENTR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ENTR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ENTR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NTR Partner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infrastructu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ntr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ENTR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ENTR PARTNER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