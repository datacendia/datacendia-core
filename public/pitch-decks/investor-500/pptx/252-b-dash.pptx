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 DASH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 DASH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 DASH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 DASH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 DASH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b-dash's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b-dash has backed the data stack (Japanese enterprise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 DASH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 DASH VENTURES — Japanese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