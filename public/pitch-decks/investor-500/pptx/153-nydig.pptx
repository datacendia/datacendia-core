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NYDIG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NYDIG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NYDIG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Digital Asset Infrastructure · New York, NY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NYDIG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NYDIG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NYDIG invests in digital asset infrastructure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Bitcoin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nydig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NYDIG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Institutional digital asset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NYDIG — Institutional digital asset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