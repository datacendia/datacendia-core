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LERER HIPPEAU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LERER HIPPEAU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LERER HIPPEAU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LERER HIPPEAU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LERER HIPPEAU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Lerer Hippeau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Allbirds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Casper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Buzzfeed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lerer portfolio includes Allbirds, Casper, Buzzfeed.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LERER HIPPEAU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ecosystem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LERER HIPPEAU — NYC ecosystem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