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MORNINGSIDE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MORNINGSIDE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MORNINGSIDE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Hong Kong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MORNINGSIDE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MORNINGSIDE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Morningside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Global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morning-star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MORNINGSIDE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MORNINGSIDE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