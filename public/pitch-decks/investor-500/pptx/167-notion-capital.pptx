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NOTION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NOTION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NOTION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NOTION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NOTION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Notion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GoCardless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Star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Tradeshift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notion-capital portfolio includes GoCardless, Star, Tradeshift.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NOTION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B2B SaaS specialists — enterprise focus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NOTION CAPITAL — B2B SaaS specialists — enterprise focus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