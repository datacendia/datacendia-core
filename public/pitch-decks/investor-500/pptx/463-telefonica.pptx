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LEFÓNIC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LEFÓNIC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LEFÓNIC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Madrid / London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LEFÓNIC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LEFÓNIC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telefonica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bal telecom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lefonica has backed the data stack (Global telecom enterpris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LEFÓNIC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lefónica ecosystem C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ELEFÓNICA VENTURES — Telefónica ecosystem C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