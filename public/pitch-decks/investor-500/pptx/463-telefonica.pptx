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TELEFÓNICA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TELEFÓNICA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TELEFÓNICA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Madrid / London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TELEFÓNICA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TELEFÓNICA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Telefónica Ventures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Global telecom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telefonica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TELEFÓNICA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TELEFÓNICA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