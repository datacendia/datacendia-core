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HUBSPOT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HUBSPOT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HUBSPOT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Cambridge, MA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HUBSPOT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HUBSPOT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HubSpot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CRM and GTM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hubspot-ventures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HUBSPOT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HUBSPOT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