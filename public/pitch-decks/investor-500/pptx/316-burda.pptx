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BURDA PRINCIPAL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BURDA PRINCIPAL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BURDA PRINCIPAL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Munich, Germany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BURDA PRINCIPAL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BURDA PRINCIPAL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Burda Principal Investments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Vinted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Nebenan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Carsome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burda portfolio includes Vinted, Nebenan, Carsome.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BURDA PRINCIPAL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BURDA PRINCIPAL INVESTMENTS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