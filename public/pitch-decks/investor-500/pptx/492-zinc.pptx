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ZINC VC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ZINC VC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ZINC VC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London, UK · $100M+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ZINC VC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ZINC VC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Zinc VC invests in venture capital opportunities. Datacendia is the missing governance layer for enterprise AI.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Mission-driven enterprise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/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zinc investment focus aligns with Datacendia. AI governance completes the enterprise stack.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ZINC VC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ZINC VC — Decision evidence is the next infrastructure default — every enterprise deploying AI will be required to produce decision evidence under regulatory or legal challenge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