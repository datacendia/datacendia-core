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DEFENSE INNOVATION UNIT (DIU)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DEFENSE INNOVATION UNIT (DIU)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DEFENSE INNOVATION UNIT (DIU)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· Mountain View, CA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DEFENSE INNOVATION UNIT (DIU)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DEFENSE INNOVATION UNIT (DIU)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Innovation Unit (DIU) invests in government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dod-diu portfolio includes Anduril, Shield AI, SpaceX.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DEFENSE INNOVATION UNIT (DIU)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DoD dual-use technology adoption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DEFENSE INNOVATION UNIT (DIU) — DoD dual-use technology adoption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