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SUTTER HILL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SUTTER HILL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SUTTER HILL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SUTTER HILL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SUTTER HILL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Sutter Hill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Pure Storage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Vlocity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sutter-hill portfolio includes Snowflake, Pure Storage, Vlocity.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SUTTER HILL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Created Snowflake — enterprise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SUTTER HILL VENTURES — Created Snowflake — enterprise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