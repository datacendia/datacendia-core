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RADCLIFFE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RADCLIFFE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RADCLIFFE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RADCLIFFE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RADCLIFFE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Radcliffe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radcliffe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RADCLIFFE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RADCLIFFE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