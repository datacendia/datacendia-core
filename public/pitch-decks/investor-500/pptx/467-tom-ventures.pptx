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TOM ADVISORS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TOM ADVISORS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TOM ADVISORS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Family Office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TOM ADVISORS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TOM ADVISORS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Tom Advisors Ventures invests in family office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tom-ventures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TOM ADVISORS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TOM ADVISORS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