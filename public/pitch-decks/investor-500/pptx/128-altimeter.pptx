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ALTIMETER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ALTIMETER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ALTIMETER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Menlo Park, CA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ALTIMETER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ALTIMETER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Altimeter Capital invests in crossover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altimeter portfolio includes Snowflake, Uber, Grab.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ALTIMETER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Public/private tech crossover with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ALTIMETER CAPITAL — Public/private tech crossover with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