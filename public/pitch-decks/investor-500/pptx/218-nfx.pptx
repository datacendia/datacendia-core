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NFX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NFX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NFX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NFX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NFX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NFX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Paylocity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nfx portfolio includes Lyft, Trulia, Paylocity.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NFX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Network effects specialists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NFX — Network effects specialists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