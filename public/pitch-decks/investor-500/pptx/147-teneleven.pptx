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Palo Alto, CA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Ten Eleven Ventures invests in cybersecurity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teneleven portfolio includes SentinelOne, Twistlock, Verodin.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Pure-play cybersecurity — AI governance fits security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 ELEVEN VENTURES — Pure-play cybersecurity — AI governance fits security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