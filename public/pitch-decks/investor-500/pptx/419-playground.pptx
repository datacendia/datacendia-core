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PLAYGROUND GLOBAL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PLAYGROUND GLOBAL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PLAYGROUND GLOBAL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Palo Alto, CA · $500M+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PLAYGROUND GLOBAL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PLAYGROUND GLOBAL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Playground Global invests in venture capital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Synthetic Minds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Sila Nano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playground portfolio includes Synthetic Minds, Sila Nano. Datacendia completes the stack with AI governance and audit.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PLAYGROUND GLOBAL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PLAYGROUND GLOBAL — 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