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PLAYGROUND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PLAYGROUND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PLAYGROUND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PLAYGROUND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PLAYGROUND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Playground Global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Synthetic Minds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Sila Nano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playground portfolio includes Synthetic Minds, Sila Nano.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PLAYGROUND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PLAYGROUND GLOBAL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