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HV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HV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HV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HV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HV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hv-capital's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Zalando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HelloFresh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hv-capital has backed the data stack (Zalando, dbt) and AI infra (HelloFresh).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HV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region enterprise 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HV CAPITAL — DACH region enterprise 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