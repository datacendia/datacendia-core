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HV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hv-capital portfolio includes Zalando, HelloFresh, Flixbus.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region enterprise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HV CAPITAL — DACH region enterprise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