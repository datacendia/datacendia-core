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OCTOPUS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OCTOPUS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OCTOPUS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OCTOPUS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OCTOPUS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Octopus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Zoopla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Secret Escapes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LoveCrafts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octopus portfolio includes Zoopla, Secret Escapes, LoveCrafts.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OCTOPUS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UK enterprise and consumer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OCTOPUS VENTURES — UK enterprise and consumer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