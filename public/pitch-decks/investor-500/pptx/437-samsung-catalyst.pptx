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SAMSUNG CATALYST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SAMSUNG CATALYST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SAMSUNG CATALYST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Menlo Park, CA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SAMSUNG CATALYST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SAMSUNG CATALYST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samsung-catalyst's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governance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and semiconductor 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samsung-catalyst has backed the data stack (Enterprise and semiconductor AI, dbt) and AI infra (Anyscale). Datacendia completes the stack: governance,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SAMSUNG CATALYST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Samsung strategic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Infrastructure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SAMSUNG CATALYST FUND — Samsung strategic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