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CAVALRY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CAVALRY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CAVALRY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CAVALRY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CAVALRY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Cavalry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Tourlane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Grover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cavalry portfolio includes Pitch, Tourlane, Grover.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CAVALRY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pre-seed and seed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CAVALRY VENTURES — Berlin pre-seed and seed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