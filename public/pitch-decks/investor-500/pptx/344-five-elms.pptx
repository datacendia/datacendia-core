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FIVE ELMS CAPITAL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FIVE ELMS CAPITAL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FIVE ELMS CAPITAL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Growth Equity · Kansas City, MO · $3B+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FIVE ELMS CAPITAL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FIVE ELMS CAPITAL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Five Elms Capital invests in growth equity opportunities. Datacendia is the missing governance layer for enterprise AI.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decision-evidence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B2B software growth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five-elms portfolio includes B2B software growth. Datacendia completes the stack with AI governance and audit.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FIVE ELMS CAPITAL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Decision evidence is the next infrastructure default — every enterprise deploying AI will be required to produce decision evidence under regulatory or legal challenge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Decision Evidence Infrastructure
Our moat: We define the evidentiary artifact that regulators will eventually expect. First to codify it wins the category.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28" name="Picture 27" descr="nvidia-inception-program-badge-rgb-for-scre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4023360"/>
            <a:ext cx="1645920" cy="8229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FIVE ELMS CAPITAL — Decision evidence is the next infrastructure default — every enterprise deploying AI will be required to produce decision evidence under regulatory or legal challenge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