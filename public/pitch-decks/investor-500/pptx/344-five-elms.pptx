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FIVE ELMS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FIVE ELMS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FIVE ELMS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Kansas City, MO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FIVE ELMS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FIVE ELMS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Five Elms Capital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B2B software growth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five-elms portfolio includes B2B software growth.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FIVE ELMS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FIVE ELMS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