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 /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 /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 /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Palo Alto, CA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 /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 /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sap-sapphire's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SAP ecosystem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sap-sapphire has backed the data stack (SAP ecosystem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 /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SAP venture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/ SAPPHIRE VENTURES — SAP venture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