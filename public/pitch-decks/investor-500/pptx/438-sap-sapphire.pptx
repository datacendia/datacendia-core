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 /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 /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 /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Palo Alto, CA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 /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 /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SAP.iO / Sapphire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SAP ecosystem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sap-sapphire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 /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SAP.IO / SAPPHIRE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