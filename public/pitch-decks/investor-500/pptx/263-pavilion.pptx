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PAVILION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PAVILION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PAVILION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Fund · Singapore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PAVILION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PAVILION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Pavilion Capital invests in sovereign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Temasek subsidiary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pavilion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PAVILION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Temasek subsidiary — Asia 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PAVILION CAPITAL — Temasek subsidiary — Asia 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