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CPP INVESTMENTS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CPP INVESTMENTS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CPP INVESTMENTS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Pension Fund · Toronto, Canada · $570B+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CPP INVESTMENTS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CPP INVESTMENTS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CPP Investments invests in pension fund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Global infrastructure and technology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cppib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CPP INVESTMENTS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Canadian Pension Plan — long-term technology bets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CPP INVESTMENTS — Canadian Pension Plan — long-term technology bets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