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PROPEL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PROPEL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PROPEL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PROPEL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PROPEL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Propel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BBVA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banking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propel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PROPEL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PROPEL VENTURE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