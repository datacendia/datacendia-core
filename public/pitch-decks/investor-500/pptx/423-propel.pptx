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PROPEL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PROPEL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PROPEL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PROPEL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PROPEL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propel's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BBVA fintech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banking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propel has backed the data stack (BBVA fintech, dbt) and AI infra (Enterprise banking).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PROPEL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Bank-backed fintech 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PROPEL VENTURE PARTNERS — Bank-backed fintech 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