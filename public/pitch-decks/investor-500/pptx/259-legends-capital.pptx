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LEGEND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LEGEND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LEGEND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Beijing, China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LEGEND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LEGEND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Legend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Lenovo legacy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SaaS in China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legends-capital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LEGEND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Lenovo spinoff — Chinese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LEGEND CAPITAL — Lenovo spinoff — Chinese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