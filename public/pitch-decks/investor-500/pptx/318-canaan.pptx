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CANAAN PARTNERS (II)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CANAAN PARTNERS (II)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CANAAN PARTNERS (II)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$7B+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CANAAN PARTNERS (II)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CANAAN PARTNERS (II)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Canaan Partners (II)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Lending Club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Match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Kabbage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canaan portfolio includes Match, Kabbage.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CANAAN PARTNERS (II)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CANAAN PARTNERS (II)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