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CANAAN PARTNERS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CANAAN PARTNERS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CANAAN PARTNERS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$7B+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CANAAN PARTNERS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CANAAN PARTNERS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canaan's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Lending Club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Match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Kabbage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canaan has backed the data stack (Lending Club, dbt) and AI infra (Match).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CANAAN PARTNERS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Multi-stage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CANAAN PARTNERS (II) — Multi-stage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