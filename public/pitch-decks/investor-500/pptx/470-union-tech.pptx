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UNION TECH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UNION TECH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UNION TECH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UNION TECH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UNION TECH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Union Tech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union-tech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UNION TECH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UNION TECH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