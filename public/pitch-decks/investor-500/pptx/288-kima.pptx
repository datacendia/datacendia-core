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KIMA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KIMA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KIMA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KIMA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KIMA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Kima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600+ startups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kima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KIMA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Xavier Niel — prolific angel/seed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KIMA VENTURES — Xavier Niel — prolific angel/seed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