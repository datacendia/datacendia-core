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 SQUARED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 SQUARED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 SQUARED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Chicago, IL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 SQUARED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 SQUARED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 Squared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garden-of-eden portfolio includes SpaceX, Notion, Discord.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 SQUARED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 SQUARED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