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MERITECH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MERITECH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MERITECH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Palo Alto, CA · $6B+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MERITECH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MERITECH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Meritech Capital invests in growth equity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Unity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Brex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Confluent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meritech portfolio includes Unity, Brex, Confluent.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MERITECH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growth specialist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MERITECH CAPITAL — Enterprise growth specialist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