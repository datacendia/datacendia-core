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MERITECH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MERITECH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MERITECH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MERITECH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MERITECH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meritech's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meritech has backed the data stack (Unity, dbt) and AI infra (Brex).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MERITECH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growth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MERITECH CAPITAL — Enterprise growth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