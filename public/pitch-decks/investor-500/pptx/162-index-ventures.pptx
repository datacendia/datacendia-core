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INDEX VENTURES (EUROPE)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INDEX VENTURES (EUROPE)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INDEX VENTURES (EUROPE)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 / Geneva · $8B+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INDEX VENTURES (EUROPE)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INDEX VENTURES (EUROPE)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Index Ventures (Europe)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Revolut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Figma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Discord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index-ventures portfolio includes Revolut, Figma, Discord, Notion.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INDEX VENTURES (EUROPE)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Transatlantic VC with European roots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INDEX VENTURES (EUROPE) — Transatlantic VC with European roots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