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 (EUROPE)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 (EUROPE)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 (EUROPE)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Geneva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 (EUROPE)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 (EUROPE)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Index Ventures (Europe)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index-ventures portfolio includes Revolut, Figma, Discord, Notion.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 (EUROPE)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VC with European roots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INDEX VENTURES (EUROPE) — Transatlantic VC with European roots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