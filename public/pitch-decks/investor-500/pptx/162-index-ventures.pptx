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 (EUROPE)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 (EUROPE)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 (EUROPE)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Geneva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 (EUROPE)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 (EUROPE)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index-ventures's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index-ventures has backed the data stack (Revolut, dbt) and AI infra (Figma).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 (EUROPE)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VC with European roots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INDEX VENTURES (EUROPE) — Transatlantic VC with European roots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