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EURAZEO GROWTH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EURAZEO GROWTH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EURAZEO GROWTH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Paris, France · $5B+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EURAZEO GROWTH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EURAZEO GROWTH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Eurazeo Growth invests in growth equity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Doctolib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Contentsquare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PayFit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eurazeo-growth portfolio includes Doctolib, Contentsquare, PayFit.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EURAZEO GROWTH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French growth stage leader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EURAZEO GROWTH — French growth stage leader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