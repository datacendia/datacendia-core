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FLOURISH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FLOURISH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FLOURISH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San Francisco / Bangalore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FLOURISH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FLOURISH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Flourish Ventures invests in impact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Chipper Cash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Andela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flourish portfolio includes Chime, Chipper Cash, Andela.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FLOURISH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for prosperity — Omidyar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FLOURISH VENTURES — Fintech for prosperity — Omidyar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