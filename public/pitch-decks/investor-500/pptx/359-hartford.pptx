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HARTFORD HEALTHCARE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HARTFORD HEALTHCARE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HARTFORD HEALTHCARE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Hartford, CT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HARTFORD HEALTHCARE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HARTFORD HEALTHCARE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Hartford HealthCare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Healthcare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hartford portfolio includes Healthcare AI.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HARTFORD HEALTHCARE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HARTFORD HEALTHCARE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