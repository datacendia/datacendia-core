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QUANTUM VALLEY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QUANTUM VALLEY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QUANTUM VALLEY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Waterloo, Canada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QUANTUM VALLEY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QUANTUM VALLEY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Quantum Valley Investments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quantum-valley portfolio includes Quantum computing.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QUANTUM VALLEY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QUANTUM VALLEY INVESTMENTS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