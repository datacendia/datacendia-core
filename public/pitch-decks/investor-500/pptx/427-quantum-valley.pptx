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QUANTUM VALLEY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QUANTUM VALLEY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QUANTUM VALLEY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Waterloo, Canada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QUANTUM VALLEY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QUANTUM VALLEY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quantum-valley's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Quantum computing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quantum-valley has backed the data stack (Quantum computing,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QUANTUM VALLEY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quantum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QUANTUM VALLEY INVESTMENTS — Canadian quantum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