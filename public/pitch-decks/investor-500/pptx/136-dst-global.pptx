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DST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DST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DST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Hong Kong / US · $30B+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DST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DST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DST Global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Facebook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dst-global portfolio includes Facebook, Airbnb, Spotify, Stripe.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DST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Late-stage global technology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DST GLOBAL — Late-stage global technology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