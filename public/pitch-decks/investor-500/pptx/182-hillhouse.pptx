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HILLHOUSE CAPITAL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HILLHOUSE CAPITAL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HILLHOUSE CAPITAL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Growth Equity · Beijing / Hong Kong · $100B+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HILLHOUSE CAPITAL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HILLHOUSE CAPITAL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hillhouse's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Tencent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JD.com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Zoom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Pinduoduo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hillhouse has backed the data stack (Tencent, dbt) and AI infra (JD.com).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HILLHOUSE CAPITAL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Asia deep value and technology investing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HILLHOUSE CAPITAL — Asia deep value and technology investing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