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DAPHNI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DAPHNI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DAPHNI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DAPHNI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DAPHNI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Daphni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Swile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Sunday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daphni portfolio includes Alan, Swile, Sunday.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DAPHNI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Community-driven French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DAPHNI — Community-driven French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