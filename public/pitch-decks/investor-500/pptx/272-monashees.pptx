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MONASHEES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MONASHEES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MONASHEES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São Paulo, Brazil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MONASHEES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MONASHEES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Monashees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99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monashees portfolio includes 99, Neon, Loft.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MONASHEES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Brazilian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MONASHEES — Brazilian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