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TWO SIGMA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TWO SIGMA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TWO SIGMA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TWO SIGMA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TWO SIGMA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Two Sigma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and data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two-sigma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TWO SIGMA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TWO SIGMA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