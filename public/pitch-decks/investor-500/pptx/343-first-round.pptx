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FIRST ROUND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FIRST ROUND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FIRST ROUND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 / NYC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FIRST ROUND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FIRST ROUND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First Round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first-round portfolio includes Uber, Square, Notion.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FIRST ROUND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FIRST ROUND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