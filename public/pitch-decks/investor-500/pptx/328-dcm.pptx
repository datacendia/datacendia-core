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DCM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DCM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DCM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Beijing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DCM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DCM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dcm's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Kuaishou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BYJU's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dcm has backed the data stack (Kuaishou, dbt) and AI infra (BYJU's).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DCM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US-Asia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DCM VENTURES — US-Asia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