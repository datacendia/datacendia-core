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CENDANA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CENDANA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CENDANA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Fund of Funds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CENDANA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CENDANA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Cendana Capital invests in fund of funds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Seed fund investments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cendana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CENDANA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CENDANA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