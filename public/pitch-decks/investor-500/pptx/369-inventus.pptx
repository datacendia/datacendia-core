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INVENTUS CAPITAL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INVENTUS CAPITAL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INVENTUS CAPITAL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 / Bangalore · $400M+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INVENTUS CAPITAL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INVENTUS CAPITAL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Inventus Capital Partners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PolicyBazaar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Spinny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inventus portfolio includes PolicyBazaar, Spinny.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INVENTUS CAPITAL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INVENTUS CAPITAL PARTNERS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