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COSTANOA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COSTANOA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COSTANOA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COSTANOA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COSTANOA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Costanoa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Lattice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costanoa portfolio includes Clari, Lattice, Cloudflare.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COSTANOA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seed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COSTANOA VENTURES — Enterprise seed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