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HYUNDAI CRADLE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HYUNDAI CRADLE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HYUNDAI CRADLE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Seoul / Silicon Valley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HYUNDAI CRADLE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HYUNDAI CRADLE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Hyundai CRADLE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Mobility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hyundai-next portfolio includes Mobility AI.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HYUNDAI CRADLE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HYUNDAI CRADLE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