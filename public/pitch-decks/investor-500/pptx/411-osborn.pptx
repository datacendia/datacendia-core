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OSBORNE CLARKE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OSBORNE CLARKE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OSBORNE CLARKE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London / Munich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OSBORNE CLARKE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OSBORNE CLARKE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Osborne Clarke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Legal tech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osborn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OSBORNE CLARKE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OSBORNE CLARKE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