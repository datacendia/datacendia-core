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STANDARD CRYPTO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STANDARD CRYPTO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STANDARD CRYPTO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San Francisco, CA · $200M+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STANDARD CRYPTO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STANDARD CRYPTO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standard-crypto's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Crypto infrastructure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Anyscale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standard-crypto has backed the data stack (Crypto infrastructure, dbt) and AI infra (Anyscale).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STANDARD CRYPTO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Crypto and decentralized governance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STANDARD CRYPTO — Crypto and decentralized governance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