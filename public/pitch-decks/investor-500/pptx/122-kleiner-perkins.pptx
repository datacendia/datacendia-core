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KLEINER PERKINS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KLEINER PERKINS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KLEINER PERKINS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KLEINER PERKINS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KLEINER PERKINS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kleiner-perkins's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Google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Genentech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kleiner-perkins has backed the data stack (Google, dbt) and AI infra (Amazon).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KLEINER PERKINS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Pioneered tech VC — enterprise and climate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KLEINER PERKINS — Pioneered tech VC — enterprise and climate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