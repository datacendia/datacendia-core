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BOXGROUP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BOXGROUP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BOXGROUP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BOXGROUP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BOXGROUP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BoxGroup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Airtable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boxgroup portfolio includes Plaid, Airtable.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BOXGROUP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BOXGROUP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