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MOONFIRE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MOONFIRE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MOONFIRE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MOONFIRE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MOONFIRE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Moonfire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European AI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moonfire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MOONFIRE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AI-focused European seed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MOONFIRE VENTURES — AI-focused European seed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