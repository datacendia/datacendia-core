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ONF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ONF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ONF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ONF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ONF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oonfir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uropean AI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onfir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ONF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-focused European seed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OONFIRE VENTURES — AI-focused European seed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