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AMERICA'S FRONTIER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AMERICA'S FRONTIER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AMERICA'S FRONTIER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Government-aligned Fund · Washington, DC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AMERICA'S FRONTIER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AMERICA'S FRONTIER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aft-capital's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Strategic technology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aft-capital has backed the data stack (Strategic technology investments,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AMERICA'S FRONTIER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Bipartisan tech sovereignty —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AMERICA'S FRONTIER FUND — Bipartisan tech sovereignty —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