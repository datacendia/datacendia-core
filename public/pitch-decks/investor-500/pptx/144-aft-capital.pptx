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AMERICA'S FRONTIER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AMERICA'S FRONTIER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AMERICA'S FRONTIER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Government-aligned Fund · Washington, DC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AMERICA'S FRONTIER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AMERICA'S FRONTIER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America's Frontier Fund invests in government-aligned fund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Strategic technology investments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aft-capital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AMERICA'S FRONTIER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Bipartisan tech sovereignty — critical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AMERICA'S FRONTIER FUND — Bipartisan tech sovereignty — critical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