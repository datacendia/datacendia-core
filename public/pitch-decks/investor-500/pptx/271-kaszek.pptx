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KASZEK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KASZEK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KASZEK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Buenos Aires, Argentina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KASZEK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KASZEK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kaszek's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Kavak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NotCo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kaszek has backed the data stack (Nubank, dbt) and AI infra (Kavak).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KASZEK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LatAm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KASZEK VENTURES — LatAm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