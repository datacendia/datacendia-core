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PUMA SPRINGBOARD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PUMA SPRINGBOARD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PUMA SPRINGBOARD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Dublin, Ireland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PUMA SPRINGBOARD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PUMA SPRINGBOARD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PUMA Springboard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Allied Irish Banks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puma-springboard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PUMA SPRINGBOARD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PUMA SPRINGBOARD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