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FOUNDERS CAPITAL (GFC)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FOUNDERS CAPITAL (GFC)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FOUNDERS CAPITAL (GFC)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FOUNDERS CAPITAL (GFC)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FOUNDERS CAPITAL (GFC)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gfc's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Delivery Hero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Trivago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gfc has backed the data stack (Delivery Hero, dbt) and AI infra (Trivago).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FOUNDERS CAPITAL (GFC)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Rocket Internet alumni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GLOBAL FOUNDERS CAPITAL (GFC) — Rocket Internet alumni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