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MAYFIELD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MAYFIELD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MAYFIELD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MAYFIELD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MAYFIELD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Mayfield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SolarWinds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Lyft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Poshmark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mayfield portfolio includes SolarWinds, Lyft, Poshmark.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MAYFIELD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MAYFIELD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