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SMARTFIN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SMARTFIN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SMARTFIN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Antwerp, Belgium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SMARTFIN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SMARTFIN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SmartFin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Benelux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smartfin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SMARTFIN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SMARTFIN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