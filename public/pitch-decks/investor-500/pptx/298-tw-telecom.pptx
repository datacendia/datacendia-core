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TELESOFT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TELESOFT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TELESOFT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Saratoga, CA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TELESOFT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TELESOFT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TeleSoft Partners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Enterprise telecom and SaaS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tw-telecom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TELESOFT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Defense and enterprise telecom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TELESOFT PARTNERS — Defense and enterprise telecom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