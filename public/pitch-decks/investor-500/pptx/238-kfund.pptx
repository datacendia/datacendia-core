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K FUND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K FUND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K FUND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Madrid, Spain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K FUND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K FUND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K Fund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Jobandtalent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Wallapop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kfund portfolio includes Jobandtalent, Wallapop.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K FUND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Spanish enterprise 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K FUND — Spanish enterprise 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