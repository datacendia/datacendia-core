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PARTECH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PARTECH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 / San Francisco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Partech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Mirakl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partech portfolio includes Bolt, Mirakl.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— strong in French tech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PARTECH — Transatlantic — strong in French tech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