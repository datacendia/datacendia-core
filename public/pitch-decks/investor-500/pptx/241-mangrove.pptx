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MANGROVE CAPITAL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MANGROVE CAPITAL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MANGROVE CAPITAL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Luxembourg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MANGROVE CAPITAL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MANGROVE CAPITAL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Mangrove Capital Partners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Skype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Walkme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mangrove portfolio includes Skype, Wix, Walkme.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MANGROVE CAPITAL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Benelux enterprise technology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MANGROVE CAPITAL PARTNERS — Benelux enterprise technology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