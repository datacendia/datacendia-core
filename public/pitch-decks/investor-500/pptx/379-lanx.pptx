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LANX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LANX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LANX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LANX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LANX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Lanx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lanx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LANX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LANX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