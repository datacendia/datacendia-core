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ELAIA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ELAIA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ELAIA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ELAIA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ELAIA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Elaia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Criteo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Volterra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elaia portfolio includes Criteo, Volterra.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ELAIA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deep tech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ELAIA PARTNERS — French deep tech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