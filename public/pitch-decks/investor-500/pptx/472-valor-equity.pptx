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valor-equity's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valor-equity has backed the data stack (Tesla, dbt) and AI infra (SpaceX).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growth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VALOR EQUITY PARTNERS — Operational growth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