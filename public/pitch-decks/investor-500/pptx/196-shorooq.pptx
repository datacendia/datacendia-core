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SHOROOQ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SHOROOQ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SHOROOQ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Abu Dhabi,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SHOROOQ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SHOROOQ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Shorooq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Tabby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NymCard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Ziina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shorooq portfolio includes Tabby, NymCard, Ziina.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SHOROOQ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fintech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SHOROOQ PARTNERS — MENA fintech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