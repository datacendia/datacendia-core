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ENGAGE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ENGAGE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ENGAGE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Atlanta, GA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ENGAGE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ENGAGE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Engage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Southern US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engage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ENGAGE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ENGAGE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