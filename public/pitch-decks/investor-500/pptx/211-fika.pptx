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FIKA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FIKA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FIKA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$400M+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FIKA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FIKA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Fika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Scopely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PatientPop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fika portfolio includes Scopely, PatientPop.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FIKA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LA-based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FIKA VENTURES — LA-based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