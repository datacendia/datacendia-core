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LOCALGLOBE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LOCALGLOBE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LOCALGLOBE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LOCALGLOBE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LOCALGLOBE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LocalGlobe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Improbable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Tessian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local-globe portfolio includes Transferwise, Improbable, Tessian.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LOCALGLOBE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London seed and Series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LOCALGLOBE — London seed and Series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