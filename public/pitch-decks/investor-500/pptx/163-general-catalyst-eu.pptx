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CATALYST (EU OFFICE)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CATALYST (EU OFFICE)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CATALYST (EU OFFICE)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Berlin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CATALYST (EU OFFICE)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CATALYST (EU OFFICE)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General Catalyst (EU Office)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Kayak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Lemonade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general-catalyst-eu portfolio includes Stripe, Snap, Kayak, Lemonade.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CATALYST (EU OFFICE)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Responsible innovation and regulation-ready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GENERAL CATALYST (EU OFFICE) — Responsible innovation and regulation-ready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