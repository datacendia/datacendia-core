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SPRING MOUNTAIN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SPRING MOUNTAIN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SPRING MOUNTAIN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New York, NY · $300M+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SPRING MOUNTAIN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SPRING MOUNTAIN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Spring Mountain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fund of funds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spring-mountain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SPRING MOUNTAIN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SPRING MOUNTAIN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