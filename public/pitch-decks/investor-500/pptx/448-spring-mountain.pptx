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SPRING MOUNTAIN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SPRING MOUNTAIN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SPRING MOUNTAIN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SPRING MOUNTAIN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SPRING MOUNTAIN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Spring Mountain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fund of 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spring-mountain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SPRING MOUNTAIN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SPRING MOUNTAIN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