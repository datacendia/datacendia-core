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ALUMINARI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ALUMINARI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ALUMINARI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ALUMINARI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ALUMINARI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Aluminari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aluminum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ALUMINARI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ALUMINARI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