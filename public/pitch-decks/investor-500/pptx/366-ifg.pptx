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IFG (IRISH FUNDS GROUP)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IFG (IRISH FUNDS GROUP)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IFG (IRISH FUNDS GROUP)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Fund · Dublin, Ireland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IFG (IRISH FUNDS GROUP)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IFG (IRISH FUNDS GROUP)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IFG (Irish Funds Group) invests in government fund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Irish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ifg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IFG (IRISH FUNDS GROUP)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IFG (IRISH FUNDS GROUP)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