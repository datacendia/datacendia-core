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TIGER GLOBAL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TIGER GLOBAL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TIGER GLOBAL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$80B+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TIGER GLOBAL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TIGER GLOBAL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Tiger Global Management invests in crossover fund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tiger-global portfolio includes Stripe, ByteDance, Figma, Stripe.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TIGER GLOBAL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High-velocity enterprise software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TIGER GLOBAL MANAGEMENT — High-velocity enterprise software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