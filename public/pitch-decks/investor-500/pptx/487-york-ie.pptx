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YORK IE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YORK IE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YORK IE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Manchester, NH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YORK 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YORK IE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york-ie's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Northeast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york-ie has backed the data stack (Northeast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YORK IE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New England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YORK IE — New England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