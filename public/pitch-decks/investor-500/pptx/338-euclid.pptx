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EUCLID TRANSATLANTIC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EUCLID TRANSATLANTIC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EUCLID TRANSATLANTIC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Washington DC / London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EUCLID TRANSATLANTIC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EUCLID TRANSATLANTIC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euclid's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US-EU defense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euclid has backed the data stack (US-EU defense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EUCLID TRANSATLANTIC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defense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EUCLID TRANSATLANTIC PARTNERS — Transatlantic defense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