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VERDANE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VERDANE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VERDANE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Oslo / Stockholm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VERDANE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VERDANE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verdane's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Rendra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Infobric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Documaster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verdane has backed the data stack (Rendra, dbt) and AI infra (Infobric).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VERDANE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Nordic technology — sustainability and digital transformation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VERDANE — Nordic technology — sustainability and digital transformation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