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HOLTZBRINCK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HOLTZBRINCK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HOLTZBRINCK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HOLTZBRINCK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HOLTZBRINCK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Holtzbrinck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FlixMobility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Raisin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holtzbrinck portfolio includes Zalando, FlixMobility, Raisin.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HOLTZBRINCK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enterprise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HOLTZBRINCK VENTURES — DACH enterprise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