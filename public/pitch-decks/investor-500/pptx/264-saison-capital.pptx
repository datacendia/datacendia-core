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SAISON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SAISON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SAISON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Singapore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SAISON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SAISON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Saison Capital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Credit Saison portfolio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saison-capital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SAISON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Japan-Singapore enterprise bridge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SAISON CAPITAL — Japan-Singapore enterprise bridge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