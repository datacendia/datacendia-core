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 VENTURE (EX-IDINVES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 VENTURE (EX-IDINVES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 VENTURE (EX-IDINVES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 VENTURE (EX-IDINVES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 VENTURE (EX-IDINVES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azeo Venture (ex-Idinvest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it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ak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oM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invest portfolio includes Criteo, Mirakl, ManoMan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 VENTURE (EX-IDINV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ecosystem deep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AZEO VENTURE (EX-IDINVEST) — French ecosystem deep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