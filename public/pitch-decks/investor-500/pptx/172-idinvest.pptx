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 VENTURE (EX-IDINVEST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 VENTURE (EX-IDINVEST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 VENTURE (EX-IDINVEST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 VENTURE (EX-IDINVEST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 VENTURE (EX-IDINVEST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azeo Venture (ex-Idinvest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ite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rak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oMa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dinvest portfolio includes Criteo, Mirakl, ManoMan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 VENTURE (EX-IDINVES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ecosystem deep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URAZEO VENTURE (EX-IDINVEST) — French ecosystem deep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