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ACREW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ACREW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ACREW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ACREW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ACREW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Acrew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Expanse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Demisto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acrew portfolio includes Expanse, Demisto.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ACREW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ACREW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