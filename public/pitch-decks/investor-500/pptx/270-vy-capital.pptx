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VY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VY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VY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Dubai / San Francisco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VY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VY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VY Capital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SpaceX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Discord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Reddit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vy-capital portfolio includes SpaceX, Discord, Reddit.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VY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Crossover growth — UAE-US bridge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VY CAPITAL — Crossover growth — UAE-US bridge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