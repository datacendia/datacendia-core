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SOFTBANK LATIN AMERICA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SOFTBANK LATIN AMERICA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SOFTBANK LATIN AMERICA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Miami / São Paulo · $8B+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SOFTBANK LATIN AMERICA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SOFTBANK LATIN AMERICA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SoftBank Latin America Fund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Rappi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Kavak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Vtex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softbank-latam portfolio includes Rappi, Kavak, Vtex.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SOFTBANK LATIN AMERICA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LatAm technology ecosystem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SOFTBANK LATIN AMERICA FUND — LatAm technology ecosystem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