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HORIZONS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HORIZONS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HORIZONS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Hong Kong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HORIZONS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HORIZONS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Horizons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DeepMind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Zoom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Spotify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horizons portfolio includes DeepMind, Zoom, Spotify.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HORIZONS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 Ka-shing — technology visionary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HORIZONS VENTURES — Li Ka-shing — technology visionary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