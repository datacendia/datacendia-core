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VALAR VENTURES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VALAR VENTURES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VALAR VENTURES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London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VALAR VENTURES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VALAR VENTURES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Valar Ventures (II)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valar-global portfolio includes N26, Xero, TransferWise.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VALAR VENTURES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VALAR VENTURES (II)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