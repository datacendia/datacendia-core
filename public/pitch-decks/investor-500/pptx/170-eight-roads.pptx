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EIGHT ROADS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EIGHT ROADS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EIGHT ROADS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US / Asia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EIGHT ROADS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EIGHT ROADS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eight-roads's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Alibaba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Sysdig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Paidy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eight-roads has backed the data stack (Alibaba, dbt) and AI infra (Sysdig).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EIGHT ROADS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Fidelity-backed global multi-stage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EIGHT ROADS VENTURES — Fidelity-backed global multi-stage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