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CAFFEINATED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CAFFEINATED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CAFFEINATED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CAFFEINATED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CAFFEINATED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Caffeinated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Rippling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caffeinated portfolio includes Plaid, Airtable, Rippling.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CAFFEINATED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CAFFEINATED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