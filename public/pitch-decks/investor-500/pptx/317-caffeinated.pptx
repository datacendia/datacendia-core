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CAFFEINATED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CAFFEINATED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CAFFEINATED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CAFFEINATED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CAFFEINATED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caffeinated's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Rippling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caffeinated has backed the data stack (Plaid, dbt) and AI infra (Airtable).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CAFFEINATED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infrastructure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CAFFEINATED CAPITAL — Enterprise infrastructure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