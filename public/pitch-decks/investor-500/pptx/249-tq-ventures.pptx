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TQ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TQ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TQ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TQ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TQ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TQ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Dutchie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tq-ventures portfolio includes Plaid, Chime, Dutchie.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TQ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Music industry founders —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TQ VENTURES — Music industry founders —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