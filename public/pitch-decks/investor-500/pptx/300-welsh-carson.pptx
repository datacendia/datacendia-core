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WELSH CARSON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WELSH CARSON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WELSH CARSON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New York, NY · $35B+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WELSH CARSON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WELSH CARSON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Welsh Carson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Cotiviti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Optum360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welsh-carson portfolio includes Cotiviti, Optum360.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WELSH CARSON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enterprise IT 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WELSH CARSON — Healthcare and enterprise IT 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