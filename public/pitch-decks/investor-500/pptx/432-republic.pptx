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REPUBLIC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REPUBLIC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REPUBLIC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Platform · New York, 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REPUBLIC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REPUBLIC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Republic invests in venture platform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 and institutional blend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republic portfolio includes Crowd and institutional blend.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REPUBLIC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REPUBLIC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