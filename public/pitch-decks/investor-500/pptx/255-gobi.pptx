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GOBI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GOBI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GOBI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Kuala Lumpur / Shanghai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GOBI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GOBI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gobi's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ASEAN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gobi has backed the data stack (ASEAN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GOBI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Pan-Asian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GOBI PARTNERS — Pan-Asian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