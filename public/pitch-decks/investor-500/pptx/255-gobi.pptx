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GOBI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GOBI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GOBI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Kuala Lumpur / Shanghai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GOBI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GOBI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Gobi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ASEAN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gobi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GOBI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Pan-Asian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GOBI PARTNERS — Pan-Asian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