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HOMEBREW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HOMEBREW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HOMEBREW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HOMEBREW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HOMEBREW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homebrew's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Plaid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Gusto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Cruise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homebrew has backed the data stack (Plaid, dbt) and AI infra (Gusto).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HOMEBREW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Seed-stage enterprise leaders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HOMEBREW — Seed-stage enterprise leaders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