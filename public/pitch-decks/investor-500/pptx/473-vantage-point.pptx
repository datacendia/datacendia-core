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VANEDGE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VANEDGE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VANEDGE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Vancouver, Canada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VANEDGE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VANEDGE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Vanedge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AI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vantage-point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VANEDGE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VANEDGE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