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VANEDGE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VANEDGE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VANEDGE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Vancouver, Canada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VANEDGE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VANEDGE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vantage-point's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Canadian AI and enterprise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vantage-point has backed the data stack (Canadian AI and enterprise,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VANEDGE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Western Canada tech leader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VANEDGE CAPITAL — Western Canada tech leader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