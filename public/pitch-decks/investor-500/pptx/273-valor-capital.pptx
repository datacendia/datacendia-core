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VALOR CAPITAL GROUP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VALOR CAPITAL GROUP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VALOR CAPITAL GROUP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NYC / São Paulo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VALOR CAPITAL GROUP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VALOR CAPITAL GROUP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Valor Capital Group invests in venture capital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Gympass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Loft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Creditas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valor-capital portfolio includes Gympass, Loft, Creditas. Datacendia completes the stack with AI governance and audit.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VALOR CAPITAL GROUP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US-Brazil bridge fund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VALOR CAPITAL GROUP — US-Brazil bridge fund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