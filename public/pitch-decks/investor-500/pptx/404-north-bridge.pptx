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NORTH BRIDGE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NORTH BRIDGE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NORTH BRIDGE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Waltham, MA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NORTH BRIDGE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NORTH BRIDGE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North Bridge Venture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Qlik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FullStory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north-bridge portfolio includes Qlik, FullStory.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NORTH BRIDGE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NORTH BRIDGE VENTURE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