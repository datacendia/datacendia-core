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ORTH BRIDG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ORTH BRIDG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ORTH BRIDG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ltham, M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RTH BRIDG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ORTH BRIDG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orth-brid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l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ull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orth-bridge has backed the data stack (Qlik, dbt) and AI infra (FullStor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ORTH BRIDG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nalyti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ORTH BRIDGE VENTURE PARTNERS — Enterprise analytic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