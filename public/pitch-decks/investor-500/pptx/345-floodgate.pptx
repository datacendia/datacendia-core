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FLOODGATE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FLOODGATE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FLOODGATE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FLOODGATE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FLOODGATE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Floodgate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Lyft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Twitter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Twitch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floodgate portfolio includes Lyft, Twitter, Twitch.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FLOODGATE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FLOODGATE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