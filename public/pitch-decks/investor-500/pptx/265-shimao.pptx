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CHINA RENAISSANCE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CHINA RENAISSANCE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CHINA RENAISSANCE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Investment Bank/VC · Hong Kong/Beijing · $2B+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CHINA RENAISSANCE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CHINA RENAISSANCE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China Renaissance invests in investment bank/vc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Didi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Meituan advisory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shimao portfolio includes Didi, Meituan advisory. Datacendia completes the stack with AI governance and audit.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CHINA RENAISSANCE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Chinese tech advisory and investing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nvidia-inception-program-badge-rgb-for-sc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4023360"/>
            <a:ext cx="1645920" cy="822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CHINA RENAISSANCE — Chinese tech advisory and investing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