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COTA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COTA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COTA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COTA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COTA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Cota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Illumio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Netskope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Sumo Logic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cota portfolio includes Illumio, Netskope, Sumo Logic.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COTA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security and cloud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COTA CAPITAL — Enterprise security and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