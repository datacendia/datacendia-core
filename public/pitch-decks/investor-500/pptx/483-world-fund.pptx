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WORLD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WORLD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WORLD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$350M+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WORLD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WORLD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World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Climate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world-fund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WORLD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WORLD FUND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