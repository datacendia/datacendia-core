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OSAGE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OSAGE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OSAGE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Wayne, PA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OSAGE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OSAGE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Osage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Sievert Larsen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osage portfolio includes Sievert Larsen, Centric Software.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OSAGE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OSAGE VENTURE PARTNERS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