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ZETTA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ZETTA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ZETTA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ZETTA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ZETTA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zetta's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enterprise investing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zetta has backed the data stack (AI enterprise investing,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ZETTA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AI-first enterprise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ZETTA VENTURE PARTNERS — AI-first enterprise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