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ZETTA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ZETTA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ZETTA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ZETTA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ZETTA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Zetta Venture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zetta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ZETTA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ZETTA VENTURE PARTNERS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