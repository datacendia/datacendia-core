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BOWERY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BOWERY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BOWERY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BOWERY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BOWERY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Bowery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Nuvocargo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Threekit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bowery portfolio includes Nuvocargo, Threekit.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BOWERY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B2B software seed stage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BOWERY CAPITAL — B2B software seed stage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