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MANIFOLD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MANIFOLD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MANIFOLD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MANIFOLD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MANIFOLD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manifold's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manifold has backed the data stack (Data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MANIFOLD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infrastructure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MANIFOLD GROUP — Data infrastructure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