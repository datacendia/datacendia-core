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MITHRIL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MITHRIL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MITHRIL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Austin, TX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MITHRIL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MITHRIL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Mithril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 co-investment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mithril portfolio includes Palantir co-investment.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MITHRIL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MITHRIL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