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LEAD EDGE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LEAD EDGE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LEAD EDGE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LEAD EDGE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LEAD EDGE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Lead Edge Capital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Alibaba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lead-edge portfolio includes Alibaba, Spotify, Uber.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LEAD EDGE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LEAD EDGE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