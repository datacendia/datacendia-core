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SUPERHUMAN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SUPERHUMAN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SUPERHUMAN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SUPERHUMAN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SUPERHUMAN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Superhuman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productivity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super-angel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SUPERHUMAN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SUPERHUMAN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