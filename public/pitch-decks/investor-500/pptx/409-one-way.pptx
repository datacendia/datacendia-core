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ONE WAY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ONE WAY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ONE WAY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ONE WAY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ONE WAY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One Way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Immigrant founders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one-way portfolio includes Immigrant founders.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ONE WAY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ONE WAY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