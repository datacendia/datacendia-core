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SQUARE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SQUARE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SQUARE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SQUARE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SQUARE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Union Square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Etsy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Tumblr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union-square portfolio includes Twitter, Coinbase, Etsy, Tumblr.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SQUARE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Thesis-driven — networks, marketplaces, decentralization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UNION SQUARE VENTURES — Thesis-driven — networks, marketplaces, decentralization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