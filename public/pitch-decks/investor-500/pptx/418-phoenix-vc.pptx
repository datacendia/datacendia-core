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PHOENIX VENTURE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PHOENIX VENTURE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PHOENIX VENTURE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Mateo,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PHOENIX VENTURE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PHOENIX VENTURE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Phoenix Venture Partners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Advanced materials &amp;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phoenix-vc portfolio includes Advanced materials &amp; AI.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PHOENIX VENTURE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PHOENIX VENTURE PARTNERS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