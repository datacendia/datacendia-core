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BEDROCK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BEDROCK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BEDROCK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BEDROCK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BEDROCK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Bedrock Capital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Enterprise contrarian bets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bedrock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BEDROCK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BEDROCK CAPITAL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