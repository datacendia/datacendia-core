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OXFORD SCIENCE ENTERPRISES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OXFORD SCIENCE ENTERPRISES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OXFORD SCIENCE ENTERPRISES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Oxford,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OXFORD SCIENCE ENTERPRISES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OXFORD SCIENCE ENTERPRISES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Oxford Science Enterprises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Oxford spinouts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oxford-science portfolio includes Oxford spinouts.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OXFORD SCIENCE ENTERPRISES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OXFORD SCIENCE ENTERPRISES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