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DEDICATED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DEDICATED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DEDICATED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Istanbul, Turkey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DEDICATED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DEDICATED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Dedicated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Turkish growth companies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dedicated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DEDICATED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DEDICATED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