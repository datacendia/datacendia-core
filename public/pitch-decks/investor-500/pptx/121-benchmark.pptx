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BENCHMARK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BENCHMARK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BENCHMARK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BENCHMARK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BENCHMARK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Benchmark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Uber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Twitter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Snap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eBay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Dropbox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benchmark portfolio includes Uber, Twitter, Snap, eBay.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BENCHMARK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Iconic early-stage firm backing category-defining companies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BENCHMARK — Iconic early-stage firm backing category-defining companies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