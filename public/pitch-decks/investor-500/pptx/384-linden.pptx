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LINDEN CAPITAL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LINDEN CAPITAL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LINDEN CAPITAL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Healthcare PE · Chicago, IL · $5B+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LINDEN CAPITAL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LINDEN CAPITAL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Linden Capital Partners invests in healthcare pe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Healthcare enterprise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linden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LINDEN CAPITAL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LINDEN CAPITAL PARTNERS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