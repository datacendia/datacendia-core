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TAO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TAO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TAO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Honolulu, HI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TAO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TAO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Tao Capital Partners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Sustainable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tao-capital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TAO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TAO CAPITAL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