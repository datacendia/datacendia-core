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MUBADALA TECHNOLOGY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MUBADALA TECHNOLOGY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MUBADALA TECHNOLOGY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Sovereign VC · Abu Dhabi / SF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MUBADALA TECHNOLOGY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MUBADALA TECHNOLOGY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mubadala-tech's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US and MENA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mubadala-tech has backed the data stack (US and MENA tech,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MUBADALA TECHNOLOGY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Abu Dhabi sovereign tech 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MUBADALA TECHNOLOGY FUND — Abu Dhabi sovereign tech arm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