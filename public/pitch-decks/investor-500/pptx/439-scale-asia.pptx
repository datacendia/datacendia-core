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ASIA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ASIA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ASIA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Seoul / Singapore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ASIA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ASIA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scale-asia's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APAC enterprise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scale-asia has backed the data stack (APAC enterprise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ASIA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Pan-Asian AI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ASIA VENTURES — Pan-Asian AI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