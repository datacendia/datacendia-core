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SCALE ASIA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SCALE ASIA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SCALE ASIA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Seoul / Singapore · $300M+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SCALE ASIA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SCALE ASIA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Scale Asia Ventures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APAC enterprise AI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scale-asia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SCALE ASIA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SCALE ASIA VENTURES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