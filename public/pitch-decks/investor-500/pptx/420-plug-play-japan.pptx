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PLUG AND PLAY JAPAN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PLUG AND PLAY JAPAN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PLUG AND PLAY JAPAN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Accelerator · Tokyo, Japan · N/A (Accelerator)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PLUG AND PLAY JAPAN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PLUG AND PLAY JAPAN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Plug and Play Japan invests in accelerator opportunities. Datacendia is the missing governance layer for enterprise AI.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Japanese enterprise innovation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plug-play-japan investment focus aligns with Datacendia. AI governance completes the enterprise stack.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PLUG AND PLAY JAPAN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Decision evidence is the next infrastructure default — every enterprise deploying AI will be required to produce decision evidence under regulatory or legal challenge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PLUG AND PLAY JAPAN — Decision evidence is the next infrastructure default — every enterprise deploying AI will be required to produce decision evidence under regulatory or legal challenge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