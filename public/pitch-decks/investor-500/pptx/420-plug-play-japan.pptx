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JAPAN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JAPAN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JAPAN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Tokyo, Japan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JAPAN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JAPAN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Plug and Play Japan invests in accelerator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innovation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plug-play-japan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JAPAN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PLUG AND PLAY JAPAN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