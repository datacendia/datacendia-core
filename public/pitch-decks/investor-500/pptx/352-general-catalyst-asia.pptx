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GENERAL CATALYST (ASIA)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GENERAL CATALYST (ASIA)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GENERAL CATALYST (ASIA)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GENERAL CATALYST (ASIA)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GENERAL CATALYST (ASIA)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General Catalyst (Asia)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APAC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general-catalyst-asia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GENERAL CATALYST (ASIA)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GENERAL CATALYST (ASIA)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