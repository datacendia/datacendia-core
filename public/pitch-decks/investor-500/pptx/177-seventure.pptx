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seventure's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Lifen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Cardiologs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Voluntis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seventure has backed the data stack (Lifen, dbt) and AI infra (Cardiologs).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 tech and deep tech — regulated industries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SEVENTURE PARTNERS — Health tech and deep tech — regulated industries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