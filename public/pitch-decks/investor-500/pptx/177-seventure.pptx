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SEVENTURE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SEVENTURE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SEVENTURE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SEVENTURE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SEVENTURE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Seventure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Lifen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Cardiologs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Voluntis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seventure portfolio includes Lifen, Cardiologs, Voluntis.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SEVENTURE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Health tech and deep tech — regulated industries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SEVENTURE PARTNERS — Health tech and deep tech — regulated industries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