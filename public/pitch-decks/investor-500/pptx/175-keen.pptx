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KEEN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KEEN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KEEN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Amsterdam, Netherlands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KEEN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KEEN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Keen Venture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Messagebird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Shypple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Bux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keen portfolio includes Messagebird, Shypple, Bux.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KEEN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Benelux enterprise software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KEEN VENTURE PARTNERS — Benelux enterprise software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