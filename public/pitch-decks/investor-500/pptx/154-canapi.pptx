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ANAPI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ANAPI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ANAPI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intech VC · Washington, DC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ANAPI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ANAPI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anapi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llo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ardin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reenligh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anapi has backed the data stack (Alloy, dbt) and AI infra (Sardin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ANAPI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nk-backed fintech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CANAPI VENTURES — Bank-backed fintech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