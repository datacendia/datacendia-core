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ATLANTIC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ATLANTIC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ATLANTIC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$84B+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ATLANTIC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ATLANTIC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General Atlantic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general-atlantic portfolio includes Airbnb, Uber, ByteDance, Adyen.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ATLANTIC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growth investor across tech verticals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GENERAL ATLANTIC — Global growth investor across tech verticals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