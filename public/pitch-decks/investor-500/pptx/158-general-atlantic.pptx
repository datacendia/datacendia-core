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ATLANTI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ATLANTI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ATLANTI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$8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ATLANTI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ATLANTI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eneral-atlanti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-atlantic has backed the data stack (Airbnb, dbt) and AI infra (Uber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ATLANTI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growth investor across tech vertica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L ATLANTIC — Global growth investor across tech vertical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