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ENDEAVOR CATALYST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ENDEAVOR CATALYST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ENDEAVOR CATALYST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ENDEAVOR CATALYST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ENDEAVOR CATALYST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Endeavor Catalyst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Endeavor network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endeavor-cat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ENDEAVOR CATALYST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ENDEAVOR CATALYST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