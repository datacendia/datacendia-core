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PROLOGIS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PROLOGIS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PROLOGIS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PROLOGIS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PROLOGIS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Prologis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Logistics and supply chain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prologis portfolio includes Logistics and supply chain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PROLOGIS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PROLOGIS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