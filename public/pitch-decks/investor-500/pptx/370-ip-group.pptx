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IP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IP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IP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London, UK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IP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IP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IP Group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University spin-outs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Oxford Nanopore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ip-group portfolio includes University spin-outs, Oxford Nanopore.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IP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IP GROUP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