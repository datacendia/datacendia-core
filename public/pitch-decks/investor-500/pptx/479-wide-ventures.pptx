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WIDE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WIDE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WIDE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WIDE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WIDE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Wide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frontier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wide-ventures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WIDE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WIDE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