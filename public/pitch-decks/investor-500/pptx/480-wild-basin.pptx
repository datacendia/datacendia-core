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WILD BASIN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WILD BASIN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WILD BASIN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Austin, TX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WILD BASIN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WILD BASIN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Wild Basin Investments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Texas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wild-basin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WILD BASIN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WILD BASIN INVESTMENTS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