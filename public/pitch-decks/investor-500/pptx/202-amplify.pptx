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AMPLIFY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AMPLIFY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AMPLIFY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AMPLIFY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AMPLIFY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Amplify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Fastly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amplify portfolio includes Hashicorp, Datadog, Fastly.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AMPLIFY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AMPLIFY PARTNERS — Developer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