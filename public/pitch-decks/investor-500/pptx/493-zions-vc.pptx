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ZIONS BANCORPORATION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ZIONS BANCORPORATION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ZIONS BANCORPORATION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Salt Lake City, UT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ZIONS BANCORPORATION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ZIONS BANCORPORATION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zions-vc's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Banking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zions-vc has backed the data stack (Banking enterprise 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ZIONS BANCORPORATION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Regional bank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ZIONS BANCORPORATION VENTURES — Regional bank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