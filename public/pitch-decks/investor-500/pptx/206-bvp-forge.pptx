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400800" y="2743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PREPARED FOR BVP FORGE</a:t>
            </a:r>
            <a:endParaRPr lang="en-US" sz="800" dirty="0"/>
          </a:p>
        </p:txBody>
      </p:sp>
      <p:sp>
        <p:nvSpPr>
          <p:cNvPr id="4" name="Shape 2"/>
          <p:cNvSpPr/>
          <p:nvPr/>
        </p:nvSpPr>
        <p:spPr>
          <a:xfrm>
            <a:off x="4114800" y="1645920"/>
            <a:ext cx="3931920" cy="411480"/>
          </a:xfrm>
          <a:prstGeom prst="roundRect">
            <a:avLst>
              <a:gd name="adj" fmla="val 8889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4114800" y="1645920"/>
            <a:ext cx="3931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A0E1A"/>
                </a:solidFill>
              </a:rPr>
              <a:t>PREPARED FOR BVP FORGE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57200" y="228600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DATACENDIA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274320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</a:rPr>
              <a:t>Datacendia for BVP FORGE</a:t>
            </a:r>
            <a:endParaRPr lang="en-US" sz="3400" dirty="0"/>
          </a:p>
        </p:txBody>
      </p:sp>
      <p:sp>
        <p:nvSpPr>
          <p:cNvPr id="8" name="Text 6"/>
          <p:cNvSpPr/>
          <p:nvPr/>
        </p:nvSpPr>
        <p:spPr>
          <a:xfrm>
            <a:off x="1371600" y="402336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8B8FA3"/>
                </a:solidFill>
              </a:rPr>
              <a:t>Decision Evidence Infrastructure for AI Systems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5029200" y="4663440"/>
            <a:ext cx="2103120" cy="0"/>
          </a:xfrm>
          <a:prstGeom prst="line">
            <a:avLst/>
          </a:prstGeom>
          <a:noFill/>
          <a:ln w="25400">
            <a:solidFill>
              <a:srgbClr val="D4AF37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1828800" y="49377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Growth Equity · San Francisco, CA · $2B+ AUM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INVESTOR ALIGNMENT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WHY BVP FORGE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Why Datacendia Aligns with BVP FORGE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731520" y="2194560"/>
            <a:ext cx="502920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BVP Forge invests in growth equity opportunities. Datacendia is the missing governance layer for enterprise AI.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731520" y="365760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1005840" y="384048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Your Thesis → Our Mission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005840" y="4297680"/>
            <a:ext cx="457200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Datacendia is the missing decision-evidence layer for enterprise AI — the infrastructure that sits between AI deployment and regulatory compliance. As AI adoption accelerates, every enterprise needs cryptographic proof of AI decisions.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400800" y="2194560"/>
            <a:ext cx="5029200" cy="3749040"/>
          </a:xfrm>
          <a:prstGeom prst="roundRect">
            <a:avLst>
              <a:gd name="adj" fmla="val 2439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Portfolio Adjacency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675120" y="283464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Twilio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LinkedIn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Yelp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/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/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675120" y="438912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bvp-forge portfolio includes Twilio, LinkedIn, Yelp. Datacendia completes the stack with AI governance and audit.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PROBLEM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Enterprise AI Has No Decision Evidence Layer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100584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Every enterprise deploying AI will be required to produce decision evidence under regulatory or legal challenge — and no platform exists to generate it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EU AI Act (2025–2026) mandates governance for high-risk AI — penalties up to €35M or 7% revenue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DORA requires AI operational resilience for financial services by Jan 2025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No widely adopted platform provides cryptographically verifiable decision evidence at the decision level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Enterprises face regulatory risk with every AI deployment — and have no solution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7315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7315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€35M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9144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Max EU AI Act penalty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4747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34747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0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36576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Widely adopted decision-evidence platforms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62179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62179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2025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64008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EU AI Act high-risk in effect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89611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89611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85%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91440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Fortune 500 deploying AI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SOLUTION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Multi-Agent Deliberation with Cryptographic Evidence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Multi-agent deliberation with role-specific AI agents (CFO, CISO, Legal, Strategy, Risk, and more)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Cryptographic decision evidence — Ed25519 signatures, Merkle trees, RFC 3161 timestamps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Sovereign deployment — Cloud, Private Cloud, On-Premises, and Air-Gapped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EU AI Act, DORA, GDPR, HIPAA compliance mapping across 23 jurisdictions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Zero-copy data architecture — data never leaves customer infrastructure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Open-source core (Apache 2.0) with enterprise features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Key Angle for BVP FORGE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675120" y="2834640"/>
            <a:ext cx="438912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Bessemer growth vehicle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400800" y="3749040"/>
            <a:ext cx="5029200" cy="731520"/>
          </a:xfrm>
          <a:prstGeom prst="roundRect">
            <a:avLst>
              <a:gd name="adj" fmla="val 125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6675120" y="3749040"/>
            <a:ext cx="4572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Sector: Decision Evidence Infrastructure
Our moat: We define the evidentiary artifact that regulators will eventually expect. First to codify it wins the category.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400800" y="4663440"/>
            <a:ext cx="502920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6675120" y="48463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Why This Must Exist Now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675120" y="5212080"/>
            <a:ext cx="438912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8B8FA3"/>
                </a:solidFill>
              </a:rPr>
              <a:t>EU AI Act (2025–2026) → enforceable auditability requirements. DORA → operational traceability for financial services. Litigation risk → retrospective scrutiny of AI decisions. Enterprise AI adoption → exploding unaudited decision surface. This creates a new infrastructure requirement: decision evidence.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PLATFORM PROOF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This Is Not a Pitch — It’s a Live Platform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73152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205K+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91440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Passing Tests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92608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292608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156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310896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Validated API Endpoints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512064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512064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50+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530352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Agent Presets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731520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731520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23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749808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Jurisdictions Covered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950976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950976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4</a:t>
            </a:r>
            <a:endParaRPr lang="en-US" sz="2800" dirty="0"/>
          </a:p>
        </p:txBody>
      </p:sp>
      <p:sp>
        <p:nvSpPr>
          <p:cNvPr id="19" name="Text 17"/>
          <p:cNvSpPr/>
          <p:nvPr/>
        </p:nvSpPr>
        <p:spPr>
          <a:xfrm>
            <a:off x="969264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Deployment Modes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731520" y="4114800"/>
            <a:ext cx="5029200" cy="1828800"/>
          </a:xfrm>
          <a:prstGeom prst="roundRect">
            <a:avLst>
              <a:gd name="adj" fmla="val 5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21" name="Text 19"/>
          <p:cNvSpPr/>
          <p:nvPr/>
        </p:nvSpPr>
        <p:spPr>
          <a:xfrm>
            <a:off x="1005840" y="4297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Live Demo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005840" y="4663440"/>
            <a:ext cx="43891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Production platform at app.datacendia.com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Multi-agent deliberation, decision audit trails, compliance dashboards, AI governance gateway — all live.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400800" y="4114800"/>
            <a:ext cx="5029200" cy="1828800"/>
          </a:xfrm>
          <a:prstGeom prst="roundRect">
            <a:avLst>
              <a:gd name="adj" fmla="val 5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24" name="Text 22"/>
          <p:cNvSpPr/>
          <p:nvPr/>
        </p:nvSpPr>
        <p:spPr>
          <a:xfrm>
            <a:off x="6675120" y="4297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NVIDIA Inception Member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6675120" y="4663440"/>
            <a:ext cx="43891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Accepted into NVIDIA’s elite startup program.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DGX Cloud access, technical mentorship, co-marketing, and enterprise customer introductions.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28" name="Picture 27" descr="nvidia-inception-program-badge-rgb-for-scree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92040" y="4023360"/>
            <a:ext cx="1645920" cy="82296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MULTI-AGENT DECISION ENGINE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Decisions Made by Specialized AI Agents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Role-specific agents: CFO, CISO, Legal, Strategy, Risk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Confidence scores and reasoning — dissent preserved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War Room, Governed, and Quick Brief modes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DECISION AUDIT TRAIL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Every Decision Tracked with Full Evidence Chain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Complete searchable decision history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Full deliberation records linked to each decision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Trace any decision back to evidence in seconds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FOUNDER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Stuart Rainey — Founder &amp; CEO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7 years as Senior Data Analyst at TCS, embedded with PGIM Fixed Income ($800B+ AUM)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Built data infrastructure for regulated investment decisions at institutional scale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M.S. in Big Data Analytics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Author of the DDGI framework — ISO/IEC JTC 1/SC 42 standards track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NVIDIA Inception member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Why This Founder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Built the exact data infrastructure that financial institutions need for AI governance — at one of the world's largest asset managers.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ASK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$1.5M Pre-Seed — $7M Pre-Money Valuation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10058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What's Built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058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205K+ passing tests. 156 validated API endpoints. Live production platform at app.datacendia.com.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3891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6634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Traction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6634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Active enterprise design-partner conversations (financial institution, Big 4 channel). NVIDIA Inception member. 3 LOI-stage discussions.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0467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83210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Use of Funds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3210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First 3 design partners signed, SOC 2 Type II certification, regulatory validation (EU AI Act compliance audit).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914400" y="47548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$8.5M post-money · 21.5% dilution · Engineering risk resolved — GTM-stage investment.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182880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NEXT STEPS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22860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Let’s Talk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1371600" y="320040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B8FA3"/>
                </a:solidFill>
              </a:rPr>
              <a:t>Prepared for BVP FORGE — Bessemer growth vehicle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28600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228600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Schedule Deep Dive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29768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29768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Technical Demo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30936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30936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Data Room Access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32104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832104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0E1A"/>
                </a:solidFill>
              </a:rPr>
              <a:t>Try Live Demo →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828800" y="5029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contact@datacendia.com | datacendia.com | app.datacendia.com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Datacendia, LLC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Datacendia for Andreessen Horowitz (a16z)</dc:title>
  <dc:subject>PptxGenJS Presentation</dc:subject>
  <dc:creator>Datacendia</dc:creator>
  <cp:lastModifiedBy>Datacendia</cp:lastModifiedBy>
  <cp:revision>1</cp:revision>
  <dcterms:created xsi:type="dcterms:W3CDTF">2026-03-17T15:48:25Z</dcterms:created>
  <dcterms:modified xsi:type="dcterms:W3CDTF">2026-03-17T15:48:25Z</dcterms:modified>
</cp:coreProperties>
</file>