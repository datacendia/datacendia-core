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HEADLINE (EX-E.VENTURES)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HEADLINE (EX-E.VENTURES)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HEADLINE (EX-E.VENTURES)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San Francisco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HEADLINE (EX-E.VENTURES)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HEADLINE (EX-E.VENTURES)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Headline (ex-e.ventures)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Farfetch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Sonos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headline portfolio includes Farfetch, Groupon, Sonos.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HEADLINE (EX-E.VENTURES)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HEADLINE (EX-E.VENTURES) — Transatlantic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