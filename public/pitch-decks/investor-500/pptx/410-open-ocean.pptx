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OPEN OCEAN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OPEN OCEAN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OPEN OCEAN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Helsinki / London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OPEN OCEAN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OPEN OCEAN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Open Ocean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MySQL founders fund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Nordic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open-ocean portfolio includes MySQL founders fund, Nordic B2B.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OPEN OCEAN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OPEN OCEAN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