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OCEAN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OCEAN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OCEAN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Helsinki / London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OCEAN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OCEAN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open-ocean's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MySQL founders fund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Nordic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open-ocean has backed the data stack (MySQL founders fund, dbt) and AI infra (Nordic B2B).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OCEAN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open-source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OCEAN — Nordic open-source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