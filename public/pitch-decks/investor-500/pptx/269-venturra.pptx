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VENTURRA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VENTURRA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VENTURRA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Jakarta, Indonesia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VENTURRA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VENTURRA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venturra's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Indonesian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venturra has backed the data stack (Indonesian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VENTURRA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Indonesian Series A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VENTURRA — Indonesian Series A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