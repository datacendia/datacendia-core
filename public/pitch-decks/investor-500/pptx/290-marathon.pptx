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MARATHON ASSET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MARATHON ASSET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MARATHON ASSET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Manager · New York, NY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MARATHON ASSET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MARATHON ASSET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Marathon Asset Management invests in asset manager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and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marathon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MARATHON ASSET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Credit-focused with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MARATHON ASSET MANAGEMENT — Credit-focused with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