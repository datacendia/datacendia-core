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HARBERT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HARBERT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HARBERT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Birmingham, AL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HARBERT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HARBERT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harbert's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US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harbert has backed the data stack (Southern US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HARBERT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HARBERT MANAGEMENT — Southeast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