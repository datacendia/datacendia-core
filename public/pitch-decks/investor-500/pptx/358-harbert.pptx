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ARBER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ARBER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ARBER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irmingham, AL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ARBER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ARBER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arbert Management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thern US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arbert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ARBER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ARBERT MANAGEMENT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