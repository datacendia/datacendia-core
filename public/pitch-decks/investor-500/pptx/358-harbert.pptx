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RBER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RBER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RBER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irmingham, AL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RBER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RBER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arbert Management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thern U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rber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RBER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ARBERT MANAGEMENT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