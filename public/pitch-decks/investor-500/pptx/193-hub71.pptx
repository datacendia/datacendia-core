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HUB71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HUB71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HUB71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Accelerator · Abu Dhabi, UAE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HUB71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HUB71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hub71's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UAE startup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hub71 has backed the data stack (UAE startup ecosystem,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HUB71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Abu Dhabi tech ecosystem — MENA gateway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HUB71 — Abu Dhabi tech ecosystem — MENA gateway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