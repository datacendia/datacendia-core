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THRIVE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THRIVE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THRIVE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THRIVE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THRIVE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Thrive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Instagram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thrive portfolio includes Instagram, Spotify, Stripe, OpenAI.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THRIVE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Consumer and enterprise platform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THRIVE CAPITAL — Consumer and enterprise platform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