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WARBURG PINCUS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WARBURG PINCUS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WARBURG PINCUS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New York, NY · $83B+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WARBURG PINCUS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WARBURG PINCUS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Warburg Pincus invests in growth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Ant Financial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Lenskart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GoTo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warburg-pincus portfolio includes Ant Financial, Lenskart, GoTo.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WARBURG PINCUS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Global growth PE — technology and financial services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WARBURG PINCUS — Global growth PE — technology and financial services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