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GLOBAL BRAIN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GLOBAL BRAIN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GLOBAL BRAIN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GLOBAL BRAIN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GLOBAL BRAIN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Global Brain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SmartNews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XTIA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Tier IV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global-brain portfolio includes SmartNews, XTIA, Tier IV.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GLOBAL BRAIN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enterprise and AI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GLOBAL BRAIN — Japanese enterprise and AI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