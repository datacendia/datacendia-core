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VENTECH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VENTE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VENTECH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ris, France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VENTEC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VENTECH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Ventech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ilymo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igF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epe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ventech portfolio includes Dailymotion, SigFox, Veepee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VENTEC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rench enterprise and deep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VENTECH — French enterprise and deep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