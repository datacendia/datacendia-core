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GLOBAL FOUNDERS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GLOBAL FOUNDERS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GLOBAL FOUNDERS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GLOBAL FOUNDERS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GLOBAL FOUNDERS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global-founders's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Rocket Internet legacy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global-founders has backed the data stack (Rocket Internet legacy,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GLOBAL FOUNDERS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enterprise platforms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GLOBAL FOUNDERS CAPITAL — Transatlantic enterprise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