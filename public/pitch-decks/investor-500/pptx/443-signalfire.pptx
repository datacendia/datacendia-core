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SIGNALFIRE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SIGNALFIRE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SIGNALFIRE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SIGNALFIRE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SIGNALFIRE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signalfire's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Data-driven enterprise investing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signalfire has backed the data stack (Data-driven enterprise investing,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SIGNALFIRE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Data platform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SIGNALFIRE — Data platform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