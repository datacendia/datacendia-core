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SIGNALFIRE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SIGNALFIRE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SIGNALFIRE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SIGNALFIRE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SIGNALFIRE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SignalFire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Data-driven enterprise investing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signalfire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SIGNALFIRE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SIGNALFIRE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