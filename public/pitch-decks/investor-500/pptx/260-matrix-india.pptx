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MATRIX PARTNERS INDIA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MATRIX PARTNERS INDIA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MATRIX PARTNERS INDIA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Mumbai, India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MATRIX PARTNERS INDIA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MATRIX PARTNERS INDIA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matrix-india's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Razorpay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Ola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Country Delight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matrix-india has backed the data stack (Razorpay, dbt) and AI infra (Ola).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MATRIX PARTNERS INDIA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India B2B and fintech leader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MATRIX PARTNERS INDIA — India B2B and fintech leader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