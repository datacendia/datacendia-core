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MATRIX PARTNERS INDIA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MATRIX PARTNERS INDIA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MATRIX PARTNERS INDIA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Mumbai, India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MATRIX PARTNERS INDIA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MATRIX PARTNERS INDIA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Matrix Partners India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Razorpay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Country Delight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matrix-india portfolio includes Razorpay, Ola, Country Delight.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MATRIX PARTNERS INDIA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B2B and fintech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MATRIX PARTNERS INDIA — India B2B and fintech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