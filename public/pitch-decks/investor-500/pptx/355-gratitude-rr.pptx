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GRATITUDE RAILROAD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GRATITUDE RAILROAD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GRATITUDE RAILROAD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GRATITUDE RAILROAD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GRATITUDE RAILROAD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Gratitude Railroad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gratitude-rr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GRATITUDE RAILROAD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GRATITUDE RAILROAD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