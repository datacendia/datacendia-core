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HOXTON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HOXTON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HOXTON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HOXTON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HOXTON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Hoxton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Darktrace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Deliveroo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hoxton portfolio includes Darktrace, Deliveroo.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HOXTON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HOXTON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