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HERO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HERO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HERO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HERO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HERO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hero-capital's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enterprise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hero-capital has backed the data stack (UK enterprise 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HERO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early-stage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HERO CAPITAL — UK early-stage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