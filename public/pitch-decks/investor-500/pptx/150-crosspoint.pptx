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CROSSPOINT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CROSSPOINT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CROSSPOINT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PE · Woodside,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CROSSPOINT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CROSSPOINT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Crosspoint Capital Partners invests in cybersecurity pe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Absolute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Corelight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crosspoint portfolio includes Absolute Software, Corelight.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CROSSPOINT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Mid-market cybersecurity buyouts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CROSSPOINT CAPITAL PARTNERS — Mid-market cybersecurity buyouts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