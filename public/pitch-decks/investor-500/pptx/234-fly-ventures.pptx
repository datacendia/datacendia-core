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FLY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FLY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FLY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Berlin, Germany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FLY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FLY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Fly Ventures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Luminovo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DeepL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fly-ventures portfolio includes Luminovo, DeepL.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FLY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and automation seed fund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FLY VENTURES — AI and automation seed fund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