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GAW CAPITAL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GAW CAPITAL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GAW CAPITAL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Real Estate PE · Hong Kong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GAW CAPITAL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GAW CAPITAL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GAW Capital invests in real estate pe opportunities. Datacendia is the missing governance layer for enterprise AI.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Asian real estate tech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/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gaw investment focus aligns with Datacendia. AI governance completes the enterprise stack.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GAW CAPITAL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28" name="Picture 27" descr="nvidia-inception-program-badge-rgb-for-scre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2040" y="4023360"/>
            <a:ext cx="1645920" cy="822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GAW CAPITAL — Decision evidence is the next infrastructure default — every enterprise deploying AI will be required to produce decision evidence under regulatory or legal challenge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