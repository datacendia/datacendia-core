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GAW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GAW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GAW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Real Estate PE · Hong Kong · $30B+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GAW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GAW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GAW Capital invests in real estate pe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real estate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gaw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GAW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GAW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