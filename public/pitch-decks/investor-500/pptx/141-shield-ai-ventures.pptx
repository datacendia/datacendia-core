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SHIELD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SHIELD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SHIELD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Defense VC · Washington, DC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SHIELD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SHIELD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Shield Capital invests in defense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Shield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Epirus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Vannevar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shield-ai-ventures portfolio includes Shield AI, Epirus, Vannevar Labs.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SHIELD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National security technology — cleared workforce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SHIELD CAPITAL — National security technology — cleared workforce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