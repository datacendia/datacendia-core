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JAFCO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JAFCO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JAFCO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JAFCO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JAFCO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JAFCO Group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Nomura NRI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SmartNews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jafco portfolio includes Nomura NRI, SmartNews.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JAFCO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Oldest Japanese VC — enterprise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JAFCO GROUP — Oldest Japanese VC — enterprise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