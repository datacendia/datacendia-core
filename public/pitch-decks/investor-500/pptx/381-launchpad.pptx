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LAUNCHPAD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LAUNCHPAD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LAUNCHPAD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LAUNCHPAD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LAUNCHPAD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Launchpad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pre-seed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launchpad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LAUNCHPAD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LAUNCHPAD CAPITAL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