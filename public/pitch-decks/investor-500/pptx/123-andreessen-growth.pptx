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andreessen-growth GROWTH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andreessen-growth GROWTH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andreessen-growth GROWTH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Menlo Park, CA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andreessen-growth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andreessen-growth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a16z Growth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Roblox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andreessen-growth portfolio includes Databricks, Roblox, Coinbase.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andreessen-growth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Growth-stage AI infrastructure investments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andreessen-growth GROWTH — Growth-stage AI infrastructure investments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