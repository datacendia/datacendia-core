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UNWEI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UNWEI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UNWEI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ijing, Chin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UNWEI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UNWEI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hunwei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nese mobile an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unwei portfolio includes Chinese mobile and AI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UNWEI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HUNWEI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