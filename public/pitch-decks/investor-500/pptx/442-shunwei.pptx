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SHUNWEI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SHUNWEI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SHUNWEI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Beijing, China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SHUNWEI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SHUNWEI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Shunwei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Chinese mobile and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shunwei portfolio includes Chinese mobile and AI.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SHUNWEI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SHUNWEI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