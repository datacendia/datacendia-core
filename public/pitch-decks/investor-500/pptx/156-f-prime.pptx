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F-PRIME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F-PRIME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F-PRIME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Cambridge, MA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F-PRIME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F-PRIME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F-Prime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Flatiron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f-prime portfolio includes Flatiron Health, CrowdStrike, Coda.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F-PRIME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Fidelity-affiliated — healthcare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F-PRIME CAPITAL — Fidelity-affiliated — healthcare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