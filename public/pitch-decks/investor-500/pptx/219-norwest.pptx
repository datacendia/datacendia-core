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Norwest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portfolio includes Workiva, Udemy, Calm.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NORWEST VENTURE PARTNERS — Multi-stage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