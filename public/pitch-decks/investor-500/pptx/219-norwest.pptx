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NORWEST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NORWEST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NORWEST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Jose, CA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NORWEST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NORWEST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Norwest Venture Partners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Workiva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Udemy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Calm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norwest portfolio includes Workiva, Udemy, Calm.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NORWEST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Multi-stage enterprise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NORWEST VENTURE PARTNERS — Multi-stage enterprise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