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MATRIX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MATRIX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MATRIX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MATRIX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MATRIX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Matrix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Oculus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matrix portfolio includes HubSpot, Zendesk, Oculus.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MATRIX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Multi-stage enterprise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MATRIX PARTNERS — Multi-stage enterprise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