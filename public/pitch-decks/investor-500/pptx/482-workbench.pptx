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WORK-BENCH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WORK-BENCH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WORK-BENCH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WORK-BENCH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WORK-BENCH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Work-Bench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B2B only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workbench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WORK-BENCH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WORK-BENCH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