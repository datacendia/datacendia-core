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CORAL CAPITAL (JAMES RINEY)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CORAL CAPITAL (JAMES RINEY)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CORAL CAPITAL (JAMES RINEY)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CORAL CAPITAL (JAMES RINEY)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CORAL CAPITAL (JAMES RINEY)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Coral Capital (James Riney)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SmartHR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james-riney portfolio includes SmartHR, inFlow.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CORAL CAPITAL (JAMES RINEY)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 enterprise SaaS leader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CORAL CAPITAL (JAMES RINEY) — Japan enterprise SaaS leader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