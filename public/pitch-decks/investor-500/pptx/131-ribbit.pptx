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RIBBIT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RIBBIT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RIBBIT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RIBBIT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RIBBIT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Ribbit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Robinhood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 Karma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ribbit portfolio includes Robinhood, Coinbase, Nubank, Credit Karma.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RIBBIT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Fintech specialist — compliance and trust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RIBBIT CAPITAL — Fintech specialist — compliance and trust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