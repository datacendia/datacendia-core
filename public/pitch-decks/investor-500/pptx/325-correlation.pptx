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CORRELATION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CORRELATION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CORRELATION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Diego,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CORRELATION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CORRELATION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correlation's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Data-driven co-investment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correlation has backed the data stack (Data-driven co-investment,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CORRELATION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Algorithmic VC co-investment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CORRELATION VENTURES — Algorithmic VC co-investment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