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MUNDI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MUNDI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MUNDI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Madrid, Spain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MUNDI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MUNDI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Mundi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mundi portfolio includes Cybersecurity.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MUNDI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MUNDI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