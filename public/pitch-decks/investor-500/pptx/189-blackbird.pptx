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BLACKBIRD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BLACKBIRD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BLACKBIRD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Sydney, Australia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BLACKBIRD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BLACKBIRD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Blackbird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SafetyCulture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Culture Amp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blackbird portfolio includes Canva, SafetyCulture, Culture Amp.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BLACKBIRD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Australia/NZ — largest local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BLACKBIRD VENTURES — Australia/NZ — largest local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