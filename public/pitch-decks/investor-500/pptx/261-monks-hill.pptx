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MONKS HILL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MONKS HILL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MONKS HILL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MONKS HILL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MONKS HILL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Monks Hill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ASEAN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monks-hill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MONKS HILL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 Asia enterprise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MONKS HILL VENTURES — SE Asia enterprise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