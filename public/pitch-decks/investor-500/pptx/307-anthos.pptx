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ANTHOS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ANTHOS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ANTHOS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Santa Monica,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ANTHOS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ANTHOS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Anthos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anthos portfolio includes SpaceX, Anduril.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ANTHOS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ANTHOS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