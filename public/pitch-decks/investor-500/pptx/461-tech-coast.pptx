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TECH COAST ANGELS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TECH COAST ANGELS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TECH COAST ANGELS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Angel Network · Los Angeles,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TECH COAST ANGELS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TECH COAST ANGELS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Tech Coast Angels invests in angel network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CA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tech-coast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TECH COAST ANGELS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TECH COAST ANGELS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