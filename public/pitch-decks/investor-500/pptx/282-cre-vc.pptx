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CRE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CRE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CRE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CRE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CRE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CRE Venture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fintech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CRE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HK enterprise and compliance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CRE VENTURE CAPITAL — HK enterprise and compliance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