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K FUND (KOREA)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K FUND (KOREA)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K FUND (KOREA)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Seoul, South Korea · $300M+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K FUND (KOREA)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K FUND (KOREA)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K Fund (Korea)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Korean AI startups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kae investment focus aligns with Datacendia. AI governance completes the enterprise stack.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K FUND (KOREA)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K FUND (KOREA)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