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Brazil - São Paulo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Regional enterprises and institutions are modernizing decisions with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business and regulatory expectations create governance pressure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Teams need evidence-rich workflows before trust breaks under scrutiny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accountable AI across complex operating environments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Brazil - São Paulo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Brazil - São Paulo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Brazil - São Paulo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Brazil - São Paulo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