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9144000" y="27432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Confidential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201168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256032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Israel - Jerusalem &amp; Capital Markets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1371600" y="384048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8B8FA3"/>
                </a:solidFill>
              </a:rPr>
              <a:t>AI Governance for Regulated Financial Institutions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029200" y="4572000"/>
            <a:ext cx="210312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828800" y="48463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Decision Crisis Immunization Infrastructure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WHY NOW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7315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7315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DORA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9144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Jan 2025 — AI Operational Resilience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4747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34747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Basel III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36576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Auditable Risk Models Required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62179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2179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MiFID II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64008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Full Audit Trail for Algo Trading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89611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89611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0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91440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AI Platforms w/ Crypto Decision Evidence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Banks Deploy AI Without Audit Trails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Credit decisions influenced by AI with no explainability for regulators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DORA requires operational resilience documentation for all AI systems by Jan 2025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Basel III mandates auditable risk models — AI black boxes fail this test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MiFID II requires full audit trails for algorithmic trading decisions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No existing platform provides cryptographic proof of AI-assisted decisions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How Datacendia Solves This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60000"/>
              </a:lnSpc>
              <a:buNone/>
            </a:pPr>
            <a:r>
              <a:rPr lang="en-US" sz="1300" dirty="0">
                <a:solidFill>
                  <a:srgbClr val="8B8FA3"/>
                </a:solidFill>
              </a:rPr>
              <a:t>Multi-agent deliberation with cryptographic evidence for every credit, trading, and risk decision — regulator-ready proof before the auditor calls.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3200400"/>
          </a:xfrm>
          <a:prstGeom prst="roundRect">
            <a:avLst>
              <a:gd name="adj" fmla="val 285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Key Use Cases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834640"/>
            <a:ext cx="438912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Credit decision review with dissent tracking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M&amp;A due diligence with full evidence trail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DORA compliance with automated evidence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Investment committee structured deliberation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Regulatory change mapping to P&amp;L impact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INVESTOR THESIS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Why This Is a Compelling Investment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70000"/>
              </a:lnSpc>
              <a:buNone/>
            </a:pPr>
            <a:r>
              <a:rPr lang="en-US" sz="1300" dirty="0">
                <a:solidFill>
                  <a:srgbClr val="8B8FA3"/>
                </a:solidFill>
              </a:rPr>
              <a:t>Israel - Jerusalem is the largest regulated vertical. DORA enforcement creates immediate demand. Only platform providing cryptographic decision evidence — a regulatory requirement with zero incumbent solutions.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3200400"/>
          </a:xfrm>
          <a:prstGeom prst="roundRect">
            <a:avLst>
              <a:gd name="adj" fmla="val 285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Platform Proof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205K+ passing tests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156 validated API endpoints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50+ agent presets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23 jurisdictions covered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4 deployment modes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Live at app.datacendia.com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FOUNDER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Stuart Rainey — Founder &amp; CEO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7 years as Senior Data Analyst at TCS, embedded with PGIM Fixed Income ($800B+ AUM)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Built data infrastructure for regulated investment decisions at institutional scale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M.S. in Big Data Analytics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Author of the DDGI framework — ISO/IEC JTC 1/SC 42 standards track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NVIDIA Inception member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Why This Founder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Built the exact data infrastructure that financial institutions need for AI governance — at one of the world's largest asset managers.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ASK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$1.5M Pre-Seed — $7M Pre-Money Valuation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0058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What's Built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205K+ passing tests. 156 validated API endpoints. Live production platform.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6634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Traction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634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 warm enterprise intros (financial institution, Big 4 channel). NVIDIA Inception.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467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83210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Use of Funds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3210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GTM hiring, SOC 2 Type II certification, first enterprise pilots.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4754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$8.5M post-money · 21.5% dilution · Engineering risk resolved — GTM-stage investment.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NEXT STEPS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Let’s Talk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32004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8FA3"/>
                </a:solidFill>
              </a:rPr>
              <a:t>AI Governance for Regulated Financial Institutions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28600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Schedule Deep Dive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29768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Technical Demo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30936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Data Room Access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32104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832104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</a:rPr>
              <a:t>Try Live Demo →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28800" y="5029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contact@datacendia.com | datacendia.com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- Banking &amp; Capital Markets</dc:title>
  <dc:subject>Banking &amp; Capital Markets</dc:subject>
  <dc:creator>Datacendia</dc:creator>
  <cp:lastModifiedBy>Datacendia</cp:lastModifiedBy>
  <cp:revision>1</cp:revision>
  <dcterms:created xsi:type="dcterms:W3CDTF">2026-03-17T14:11:48Z</dcterms:created>
  <dcterms:modified xsi:type="dcterms:W3CDTF">2026-03-17T14:11:48Z</dcterms:modified>
</cp:coreProperties>
</file>