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Ghana - Accra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Public institutions and growth-stage enterprises are moving AI into frontline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coordination and stakeholder scrutiny are increasing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accountable decisions without heavyweight data movement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decision evidence and flexible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Ghana - Accra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Ghana - Accra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Ghana - Accra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Ghana - Accra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