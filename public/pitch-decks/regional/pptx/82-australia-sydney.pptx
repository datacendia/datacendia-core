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Australia - Sydney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Regional institutions are moving AI into regulated and operational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OVERSIGHT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Risk, legal, and procurement expectations are increasing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Teams need replayable decisions before issues become investigations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accountable AI deployment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Australia - Sydney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Australia - Sydney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Australia - Sydney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Australia - Sydney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