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United Kingdom - Manchester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European institutions are moving AI into regulated and operational workflows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SOVEREIGNTY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residency, procurement, and oversight expectations keep rising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COORDINATION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Cross-border teams need one evidence chain that survives audits and handoffs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combining sovereignty with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United Kingdom - Manchester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SOVEREIGNTY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COORDINATION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United Kingdom - Manchester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United Kingdom - Manchester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United Kingdom - Manchester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