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SADC - Gaborone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OVERSIGHT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Risk, legal, and procurement expectations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replayable decisions before issues become investigations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SADC - Gaborone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SADC - Gaborone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SADC - Gaborone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SADC - Gaborone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