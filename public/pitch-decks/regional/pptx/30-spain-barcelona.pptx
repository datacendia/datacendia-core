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Spain - Barcelona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European institutions are moving AI into regulated and operational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procurement, and oversight expectations keep rising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teams need one evidence chain that survives audits and handoffs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sovereignty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Spain - Barcelona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Spain - Barcelona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Spain - Barcelona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Spain - Barcelona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