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/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Decision evidence infrastructure for organizations operating in United States - DC/Virginia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Evidence Infrastructure for AI Systems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AI ADOPTION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Public and private institutions are moving AI from pilots into live operations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OVERSIGHT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Procurement, model risk, and public-trust expectations are rising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EXECUTION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Leaders need replayable decisions before incidents become investigations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Platforms combining sovereign deployment with decision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Organizations across United States - DC/Virginia are deploying AI without decision evidence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is moving into high-stakes workflows faster than governance is catching up.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ADOPTION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OVERSIGHT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EXECUTION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Decision evidence is the missing layer between AI deployment and defensible regional execution.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Datacendia gives teams in United States - DC/Virginia multi-agent deliberation, full evidence trails, and sovereign deployment for decisions that must stand up to scrutiny.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Regulatory and policy review with preserved dissent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Vendor, model, and procurement approvals with exportable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AI ADOPTION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Cross-border coordination with accountable approvals and replay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Incident response and after-action review in minutes, not weeks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REGIONAL OPPORTUNITY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United States - DC/Virginia Matters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AI ADOPTION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data infrastructure and decision workflows required for regulated, high-stakes AI deployments at institutional scale.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Decision evidence infrastructure for organizations operating in United States - DC/Virginia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Banking &amp; Capital Markets</dc:title>
  <dc:subject>Banking &amp; Capital Markets</dc:subject>
  <dc:creator>Datacendia</dc:creator>
  <cp:lastModifiedBy>Datacendia</cp:lastModifiedBy>
  <cp:revision>1</cp:revision>
  <dcterms:created xsi:type="dcterms:W3CDTF">2026-03-17T14:11:48Z</dcterms:created>
  <dcterms:modified xsi:type="dcterms:W3CDTF">2026-03-17T14:11:48Z</dcterms:modified>
</cp:coreProperties>
</file>