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Israel - Tel Aviv &amp; Capital Markets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AI Operational Resilience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Basel III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Auditable Risk Models Required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MiFID II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Full Audit Trail for Algo Trading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Banks Deploy AI Without Audit Trails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Credit decisions influenced by AI with no explainability for regulators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Basel III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MiFID II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credit, trading, and risk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Credit 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M&amp;A 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DORA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Investment committee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P&amp;L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Israel - Tel Aviv is the largest regulated vertical. DORA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AI Governance for Regulated Financial Institutions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