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 - Frankfurt (ECB/Finance)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EU - Frankfurt (ECB/Finance)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