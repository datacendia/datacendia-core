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EU - Luxembourg (EIB/ESM)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EU - Luxembourg (EIB/ESM)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