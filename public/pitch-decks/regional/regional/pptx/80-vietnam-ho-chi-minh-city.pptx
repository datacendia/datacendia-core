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Vietnam - Ho Chi Minh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Vietnam - Ho Chi Minh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