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Pacific Islands Forum - Suva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Pacific Islands Forum - Suva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