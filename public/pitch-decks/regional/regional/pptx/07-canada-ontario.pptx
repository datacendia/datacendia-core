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Canada - Ontario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Canada - Ontario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