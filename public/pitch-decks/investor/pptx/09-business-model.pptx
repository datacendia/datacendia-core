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Economics &amp; Revenue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High-margin enterprise SaaS with sovereign premium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REVENUE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Annual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Annual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TIER ECONOMICS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Land &amp; Expand Revenue Progression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85%+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Gross Margin Target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130%+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Net Revenue Retention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&lt;18mo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Payback Period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4:1+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LTV:CAC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REVENUE DRIVERS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 Expansion Vectors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Seat expansion — 10 → 50 → 500 → unlimited users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Tier upgrade — Foundation → Enterprise → Strategic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Vertical expansion — Single dept → multiple divisions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Deployment upgrade — Cloud → Private Cloud → On-Prem (premium)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Add-on revenue — Custom agents, premium support, services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Platform revenue — Marketplace for 3rd-party agents (roadmap)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Efficient Enterprise Sales Motion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Open-source pipeline — Apache 2.0 community edition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Content-led inbound — Technical guides, honesty matrices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Pilot-first sales — $50K with money-back guarantee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Partner channel — SI partners (Deloitte, Accenture, KPMG)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marketplace — AWS/Azure committed spend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Government channel — CAGE code, FedRAMP pathway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TIMING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Enforcement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AI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First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Mover in Sovereign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OF FUNDS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Capital Allocation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Engineering (50%) — Platform, sovereign patterns, verticals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Sales &amp; Marketing (25%) — Enterprise sales, partner program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&amp; Security (15%) — SOC 2, FedRAMP, pen testing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 (10%) — Infrastructure, customer success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Economics &amp; Revenue Model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