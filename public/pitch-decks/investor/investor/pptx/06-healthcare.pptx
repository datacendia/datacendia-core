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Governance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AI CRISIS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Healthcare AI = High-Risk (Annex III)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HIPAA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BAA Required for AI Processing PHI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FDA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AI/ML SaMD Oversight Expanding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Clinical Dissent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AI Has No Accountability Layer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AI recommendations with no explainability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audit trail for AI-influenced treatment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 requires access logs and evidence — AI provides neither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EU AI Act classifies healthcare AI as high-risk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and verify past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incidents with no decision lineage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HEALTHCARE AGENTS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Specialized Clinical Intelligence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Safety, quality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Efficiency, care coordination, resources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risk, malpractice exposure, safety scoring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Healthcare financial analysis, reimbursement optimization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Healthcare Deployments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 metrics,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Compliance Roadmap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Infrastructure, Your Control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AI Governance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