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Competitive Landscape &amp; Moat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Seven layers of defensibility in sovereign decision intelligence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CAPABILITY MATRIX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vs. The Landscape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SEVEN-LAYER MOAT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Structural Competitive Advantages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1. Multi-Agent Architecture — 14 domain-specific agents with formal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2. Cryptographic Proof — Ed25519/RSA-PSS evidence, not just logs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3. Sovereign Deployment — 11 patterns including TPM and USB instance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4. Zero-Copy Architecture — Data stays in customer DB, 16+ connectors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5. Open-Source Foundation — Apache 2.0 builds trust pipeline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6. Regulatory Timing — EU AI Act + DORA create mandatory demand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7. Network Effects — Agent marketplace strengthens over time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VS PALANTIR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Different Market, Different Approach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integration and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Strong in government/defense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$1B+ revenue, established brand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multi-agent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formal dissent tracking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decision replay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Proprietary lock-in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intelligence w/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VS CLOUD AI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ChatGPT / Azure AI / Bedrock Aren't Enough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Single-model responses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structured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audit trail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dissent tracking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Cannot run air-gapped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boardroom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Structured adversarial challenge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VS GRC PLATFORMS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ServiceNow / Archer / OneTrust Fall Short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Workflow and checklist management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Manual evidence collection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AI decision-making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multi-agent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Evidence is manual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Rarely air-gapped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AI-powered decision intelligence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Automatic evidence generation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DEFENSIBILITY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Domain-Specific Agents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Sovereign Patterns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Council Modes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Competitive Landscape &amp; Moat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