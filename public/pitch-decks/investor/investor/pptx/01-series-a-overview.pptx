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 for the Enterprise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"Modern enterprises have surrendered their minds. They traded ownership for convenience — until they became tenants in their own systems."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MARKET OPPORTUNITY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Aug 2025 Enforcement Deadline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Effective — Financial 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€35M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Max EU AI Act Penalty (Art. 99)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Crypto Decision Evidence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AI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strategic synthesis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financial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operational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security &amp; compliance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market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technology intelligence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Infrastructure, Your Control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Series A Overview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