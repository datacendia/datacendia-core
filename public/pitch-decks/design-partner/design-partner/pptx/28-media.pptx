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edia / Entertainment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Media / Entertainment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edia / Entertain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