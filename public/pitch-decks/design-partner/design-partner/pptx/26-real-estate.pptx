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/ Construction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"Real Estate / Construction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Real Estate / Construction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