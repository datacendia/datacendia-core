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Services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management and audit-ready AI for banking and capital markets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"When regulators ask how your AI made a credit decision, you need more than log files. You need a cryptographic evidence packet."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FINANCIAL SERVICES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P&amp;L analysis, budget forecasting, fiscal health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analysis, counterparty risk,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SOX, PCI-DSS, DORA, Basel III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 decision review — Multi-agent assessment with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Risk-adjusted 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compliance — Operational resilience with automated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Structured deliberation with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absorption — Map new regulations to P&amp;L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Services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