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Mistral 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"Mistral AI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Mistral 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