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Splunk Integration Design Partnership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decision support with HIPAA-compliant audit trails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"Splunk Integration AI has no accountability layer. Clinical decisions need explainable, auditable AI — with patient safety as the prime directive."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— The Datacendia Manifesto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Evidence Infrastructure for AI Systems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Splunk Integration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Helps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systems integration and health informatics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Safety metrics, adverse event prevention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HIPAA, FDA, CMS regulatory compliance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USE CASES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Design Partner Scenarios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protocol review — Multi-agent evaluation against safety, regulatory, and financial criteria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Hospital M&amp;A due diligence — Clinical outcomes, compliance, financial health analysis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change impact — CMS/FDA guidance mapped across operations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Patient safety incident review — Full decision replay with evidence preservation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Value-based care optimization — Balance quality, outcomes, and financial sustainability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DESIGN PARTNER BENEFITS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Partner Early?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Direct influence on product roadmap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Priority support and dedicated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Preferred pricing locked at design partner rates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Co-marketing — joint case studies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Early access to new features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90-day pilot at reduced rate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Weekly syncs with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Feature input on quarterly roadmap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METRICS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Endpoints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Connectors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Design Partnership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