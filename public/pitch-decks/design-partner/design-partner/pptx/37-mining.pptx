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ining / Resources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Mining / Resources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ining / Resourc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