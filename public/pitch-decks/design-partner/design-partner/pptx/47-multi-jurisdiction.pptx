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Multi-Jurisdiction Compliance Design Partnership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Clinical decision support with HIPAA-compliant audit trails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100584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FFFFFF"/>
                </a:solidFill>
              </a:rPr>
              <a:t>"Multi-Jurisdiction Compliance AI has no accountability layer. Clinical decisions need explainable, auditable AI — with patient safety as the prime directive."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14400" y="41148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— The Datacendia Manifesto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WHAT WE BUILD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Decision Evidence Infrastructure for AI Systems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Multi-agent deliberation — 50+ specialized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Cryptographic audit trail — immutable evidence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Zero-copy architecture — data never leaves your DB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Sovereign deployment — air-gapped to cloud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Not a chatbot. A system of specialized intelligences that debate, dissent, and decide — with cryptographic proof of every step.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50+ agent presets (CFO, CISO, Risk, Strategy, Legal) deliberate on your data. You get a boardroom debate, not a chatbot answer.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Every decision, vote, dissent — hashed, timestamped, exportable. When the auditor says "prove it," hand them this.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Multi-Jurisdiction Compliance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Helps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Clinical systems integration and health informatics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Safety metrics, adverse event prevention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HIPAA, FDA, CMS regulatory compliance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USE CASES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Design Partner Scenarios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Clinical protocol review — Multi-agent evaluation against safety, regulatory, and financial criteria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Hospital M&amp;A due diligence — Clinical outcomes, compliance, financial health analysis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Regulatory change impact — CMS/FDA guidance mapped across operations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Patient safety incident review — Full decision replay with evidence preservation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Value-based care optimization — Balance quality, outcomes, and financial sustainability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DESIGN PARTNER BENEFITS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Partner Early?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Direct influence on product roadmap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Priority support and dedicated engineering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Preferred pricing locked at design partner rates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Co-marketing — joint case studies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Early access to new features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90-day pilot at reduced rate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Weekly syncs with engineering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Feature input on quarterly roadmap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METRICS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Endpoints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52044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52044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70332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Connectors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30936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30936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26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49224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Languages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09828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909828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928116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Healthcare Design Partnership — Datacendia</dc:title>
  <dc:subject>PptxGenJS Presentation</dc:subject>
  <dc:creator>Datacendia</dc:creator>
  <cp:lastModifiedBy>Datacendia</cp:lastModifiedBy>
  <cp:revision>1</cp:revision>
  <dcterms:created xsi:type="dcterms:W3CDTF">2026-03-17T14:12:19Z</dcterms:created>
  <dcterms:modified xsi:type="dcterms:W3CDTF">2026-03-17T14:12:19Z</dcterms:modified>
</cp:coreProperties>
</file>