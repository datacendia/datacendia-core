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Sovereign Wealth Ops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"Sovereign Wealth Ops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Sovereign Wealth Ops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