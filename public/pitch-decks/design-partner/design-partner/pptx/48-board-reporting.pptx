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Board Decision Reporting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"Board Decision Reporting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Board Decision Reporting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