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 Management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risk assessment with multi-agent analysis and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"Risk management is not a checklist. It is a continuous process of identification, assessment, and mitigation — with evidence of every step."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RISK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Identifies and quantifies organizational risks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 of risk assessments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risk and compliance monitoring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 Management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risk assessment — Multi-agent analysis across operational, financial, and strategic risk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Third-party risk management — Vendor and supply chain risk evaluation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Emerging risk identification — AI-powered horizon scanning with structured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appetite definition — Multi-stakeholder deliberation with documented consensus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response planning — Scenario-based crisis preparation with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