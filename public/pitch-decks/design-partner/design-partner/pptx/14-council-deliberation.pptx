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Council Deliberation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AI deliberation — structured debate, dissent, and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"You don't get a chatbot answer. You get a boardroom debate. 50+ specialized agent presets deliberating with structured dissent and adversarial challenge."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Council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CFO, CISO, CTO, Risk, Legal, Red Team, and more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War Room, Due Diligence, Crisis, Innovation Lab, etc.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Protected disagreement logged and tracked to outcome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Council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M&amp;A due diligence — Ingest documents, simulate regulatory blocks, synthesize risk-adjusted price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shock — Map dependencies, flag disruptions, stress-test alternatives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— Absorb regulation, map impact, generate compliance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Crisis response — Rapid multi-domain assessment with action plan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Investment committee — Financial modeling with risk assessment and dissent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Council Deliberation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