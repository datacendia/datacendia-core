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Actions CI/CD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"GitHub Actions CI/CD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GitHub Actions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