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SAP Integration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 decision intelligence on your SAP data via RFC/BAPI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"SAP holds your operational truth. Datacendia connects via RFC/BAPI export to analyze without disrupting production systems."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SAP INTEGRATION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SAP Capabilities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analysis of operational data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Vendor risk and procurement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Real-time P&amp;L and cost center analysis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SAP Use Cases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Procurement optimization — Multi-agent vendor evaluation with cost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Supply chain risk — Multi-tier dependency mapping from SAP data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Financial close review — Period-end analysis with anomaly detection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Production planning — Capacity optimization with scenario modeling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Compliance reporting — Automated evidence from SAP transactional data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SAP Integration Design Partnership — Datacendia</dc:title>
  <dc:subject>PptxGenJS Presentation</dc:subject>
  <dc:creator>Datacendia</dc:creator>
  <cp:lastModifiedBy>Datacendia</cp:lastModifiedBy>
  <cp:revision>1</cp:revision>
  <dcterms:created xsi:type="dcterms:W3CDTF">2026-03-17T14:12:20Z</dcterms:created>
  <dcterms:modified xsi:type="dcterms:W3CDTF">2026-03-17T14:12:20Z</dcterms:modified>
</cp:coreProperties>
</file>