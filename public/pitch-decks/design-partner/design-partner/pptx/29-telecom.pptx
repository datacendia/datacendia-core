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lecommunication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elecommunication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elecommun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