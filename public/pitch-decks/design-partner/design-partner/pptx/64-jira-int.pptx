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Jira / Atlassian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"Jira / Atlassian Integration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Jira / Atlassian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