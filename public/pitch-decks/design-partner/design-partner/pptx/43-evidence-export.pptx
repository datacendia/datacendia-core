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Evidence Export / Regulator Receipt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"Evidence Export / Regulator Receipt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Evidence Export / Regulator Receipt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