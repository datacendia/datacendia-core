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Stress Testing (COLLAPSE)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Collaborative pilot for AI Stress Testing (COLLAPSE) with replayable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"AI Stress Testing (COLLAPSE) reveals whether an AI workflow is governed or merely automated. High-stakes teams need challenge, evidence, and replay before rollout."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AI Stress Testing (COLLAPSE)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Stress Testing (COLLAPSE) workflows with full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Human-in-the-loop approvals and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decision packets for audit, security, and leadership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Stress Testing (COLLAPSE) pilot using live scenarios and approval chains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Exception handling and escalation design with traceable outcomes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packet exports for board, regulator, or customer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Role-based review with replay for every material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Roadmap feedback folded directly into product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