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AWS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AWS Deployment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"AWS Deployment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AWS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AWS Deployment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AWS Deployment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