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Automation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Automate routine decisions with full audit trails and human override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"Not all decisions need a human in the loop. But every automated decision needs an audit trail and the ability to override."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AUTOMATION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Automation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Automate decision workflows with policy gates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Always-available human intervention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evidence for every automated decision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Automation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Approval workflows — Automated routing with documented decision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Policy-based decisions — Automatic enforcement with exception handling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Escalation management — Intelligent escalation based on risk scoring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checks — Automated compliance verification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Resource allocation — AI-optimized allocation with human override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Automation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