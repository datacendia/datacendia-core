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Red-Teaming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testing of AI decisions — CendiaApotheosis and CendiaRedTeam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"Your AI gets stronger while you sleep. CendiaApotheosis runs nightly red-teaming, auto-patching, and continuous upskilling."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 RED-TEAMING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Red-Teaming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 of every recommendation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Nightly red-teaming with auto-patching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Formal dissent with retaliation protection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Red-Teaming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stress-testing — Adversarial challenge of critical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bias detection — Systematic testing for bias in AI outputs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assessment — Red-teaming of AI security posture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testing — Adversarial testing against regulatory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Model validation — Independent challenge of AI model recommendations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Red-Teaming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