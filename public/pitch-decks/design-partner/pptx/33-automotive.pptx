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tomotive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Automotive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utomoti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