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Non-Profit / NGO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Non-Profit / NGO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"Non-Profit / NGO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Non-Profit / NGO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Non-Profit / NGO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Non-Profit / NGO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