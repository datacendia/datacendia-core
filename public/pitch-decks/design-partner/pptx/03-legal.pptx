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&amp; Law Firms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Contract analysis, compliance, and litigation support with AI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legal recommendation should come with a complete reasoning chain — who analyzed what, what was considered, and what was deliberately excluded."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LEGAL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risks, contracts, regulatory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analysis across jurisdictions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risk, exposure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Contract analysis — Multi-agent review of terms, risks, obligations, and precedent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assessment — Cross-jurisdiction analysis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risk evaluation — Multi-perspective assessment with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legal due diligence — IP, labor, environmental, and antitrust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drafting — Agent-assisted policy creation with regulatory alignment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&amp; Law Firms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