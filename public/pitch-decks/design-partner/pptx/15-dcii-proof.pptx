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proof infrastructure — Truth, Notary, Witness, Timestamp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decision, every vote, every dissent — hashed, timestamped, and exportable. When the auditor says "prove it," hand them this."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DCII PROOF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Components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evidence ledger with cryptographic signatures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key signing via KMS/HSM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Independent verification without trusting Datacendia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evidence — One-click export of complete audit evidence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discovery — Cryptographically verified decision records for litigation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audit — Control mapping with automated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verification — Independent replay and verification of past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Non-repudiation — TPM-signed accountability records for executive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DCII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