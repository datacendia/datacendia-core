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Transportation / Logistics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Auditable AI workflows for Transportation / Logistics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"Transportation / Logistics teams are bringing AI into high-stakes workflows. They need evidence, dissent, and accountable approvals — not unexplained outputs."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Transportation / Logistics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Transportation / Logistics workflow oversight and escalation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Risk, exception, and approval tracking across teams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evidence for internal, customer, and regulator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Transportation / Logistics policy and exception review with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Vendor, partner, or procurement evaluation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root-cause analysis with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Budget and priority setting with accountable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Stakeholder reporting from one searchable decision record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