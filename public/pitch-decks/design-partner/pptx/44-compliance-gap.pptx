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Gap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Compliance Gap Analysis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"Compliance Gap Analysis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Gap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Gap Analysis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Gap Analysis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