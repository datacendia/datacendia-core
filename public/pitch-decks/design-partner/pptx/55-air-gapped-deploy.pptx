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Air-Gapped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Air-Gapped Deployment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"Air-Gapped Deployment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Air-Gapped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Deployment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Deployment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