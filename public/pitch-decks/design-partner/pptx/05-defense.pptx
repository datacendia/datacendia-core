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Defense Contractor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Air-gapped, ITAR-compliant AI for classified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"Defense decisions cannot live on someone else's cloud. Sovereign deployment is not optional — it is mission-critical."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 control and classified data handling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Multi-source intelligence fusion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scenario analysis and red-teaming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Intelligence analysis — Multi-source fusion with full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Acquisition due diligence — ITAR-compliant contractor evaluation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planning — Scenario analysis with adversarial red-teaming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CMMC compliance — Automated evidence for NIST 800-171 controls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— Defense supply chain analysis with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Contractor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