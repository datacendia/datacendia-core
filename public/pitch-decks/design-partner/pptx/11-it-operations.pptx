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IT &amp; Technology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decisions, security posture, and operational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"Technology decisions cascade through the entire organization. Multi-agent deliberation ensures every perspective is heard before committing."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IT 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decisions, digital transformation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posture, vulnerability assessment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quality, lineage, governance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IT Operations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decision records — Multi-agent evaluation with documented tradeoffs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posture assessment — Continuous monitoring with evidence generation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selection — Structured evaluation with financial, technical, and risk perspectives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post-mortem — Multi-perspective analysis with complete timeline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Migration planning — Risk assessment for cloud, data center, or platform migrations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&amp; Technology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