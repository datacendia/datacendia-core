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HubSpot / CRM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HubSpot / CRM Integration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"HubSpot / CRM Integration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HubSpot / CRM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HubSpot / CRM Integration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HubSpot / CRM Integration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