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ServiceNow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ServiceNow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"ServiceNow Integration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ServiceNow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ServiceNow Integration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ServiceNow Integration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