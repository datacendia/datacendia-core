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Azure Deployment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decision support with HIPAA-compliant audit trails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"Azure Deployment AI has no accountability layer. Clinical decisions need explainable, auditable AI — with patient safety as the prime directive."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Azure 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systems integration and health informatics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Safety metrics, adverse event prevention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HIPAA, FDA, CMS regulatory compliance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protocol review — Multi-agent evaluation against safety, regulatory, and financial criteria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Hospital M&amp;A due diligence — Clinical outcomes, compliance, financial health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impact — CMS/FDA guidance mapped across operations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Patient safety incident review — Full decision replay with evidence preservation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Value-based care optimization — Balance quality, outcomes, and financial sustainability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