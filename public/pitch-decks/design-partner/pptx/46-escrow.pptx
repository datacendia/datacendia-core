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Cryptographic Decision Escrow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Cryptographic Decision Escrow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"Cryptographic Decision Escrow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Cryptographic Decision Escrow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Decision Escrow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Decision Escrow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