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Multi-Jurisdiction Compliance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"Multi-Jurisdiction Compliance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Multi-Jurisdiction 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