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Lineage &amp; Governance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data lineage — from source to decision to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"If you cannot trace a decision back to its data sources, you cannot explain it. Data lineage is the foundation of accountability."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 LINEAGE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Lineage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Interactive data relationship visualization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data-to-decision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Understand downstream effects of data changes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Lineage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lineage — Trace decisions to source data for auditors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 tracking — Monitor quality across the decision pipeline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Impact analysis — Assess downstream effects of data or model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Migration planning — Map dependencies before system migrations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documentation — Automated lineage documentation for frameworks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Lineage &amp; Governance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