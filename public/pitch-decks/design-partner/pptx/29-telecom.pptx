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Telecommunications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Auditable AI workflows for Telecommunications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"Telecommunications teams are bringing AI into high-stakes workflows. They need evidence, dissent, and accountable approvals — not unexplained outputs."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Telecommunications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Telecommunications workflow oversight and escalation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Risk, exception, and approval tracking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Exportable evidence for internal, customer, and regulator review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Telecommunications policy and exception review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Vendor, partner, or procurement evaluation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replay and root-cause analysis with preserved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and priority setting with accountable approvals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Stakeholder reporting from one searchable decision record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