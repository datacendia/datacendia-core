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elecommunications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Telecommunications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elecommunic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