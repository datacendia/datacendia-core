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Slack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"Slack Integration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Slack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