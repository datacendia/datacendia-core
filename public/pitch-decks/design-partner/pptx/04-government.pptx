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Government Agency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AI for public sector decision-making and transparency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"Government decisions affect millions. Every recommendation should be explainable, auditable, and replayable — with cryptographic proof."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GOVERNMENT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impact, cost-benefit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FedRAMP, NIST, FISMA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Acquisition analysis, vendor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impact analysis — Multi-agent assessment of regulatory changes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Procurement decision support — Vendor evaluation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verification — NIST 800-53, FISMA, FedRAMP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Inter-agency coordination — Multi-stakeholder deliberation with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allocation — Evidence-based resource planning with dissent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Agency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