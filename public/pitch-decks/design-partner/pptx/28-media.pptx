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dia / Entertain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edia / Entertain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edia / Entertai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