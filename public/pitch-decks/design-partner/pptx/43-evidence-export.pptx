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Evidence Export / Regulator Receipt Design Partnership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Collaborative pilot for Evidence Export / Regulator Receipt with replayable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914400" y="1828800"/>
            <a:ext cx="100584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i="1" dirty="0">
                <a:solidFill>
                  <a:srgbClr val="FFFFFF"/>
                </a:solidFill>
              </a:rPr>
              <a:t>"Evidence Export / Regulator Receipt reveals whether an AI workflow is governed or merely automated. High-stakes teams need challenge, evidence, and replay before rollout."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914400" y="411480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— The Datacendia Manifesto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Evidence Infrastructure for AI Systems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Evidence Export / Regulator Receipt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Helps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 / Regulator Receipt workflows with full decision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Human-in-the-loop approvals and preserved dissent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Exportable decision packets for audit, security, and leadership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USE CASES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Design Partner Scenarios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Evidence Export / Regulator Receipt pilot using live scenarios and approval chains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Exception handling and escalation design with traceable outcomes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packet exports for board, regulator, or customer review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Role-based review with replay for every material decision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Roadmap feedback folded directly into product development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DESIGN PARTNER BENEFITS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Partner Early?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Direct influence on product roadmap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Priority support and dedicated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Preferred pricing locked at design partner rates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Co-marketing — joint case studies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Early access to new features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90-day pilot at reduced rate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Weekly syncs with engineering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Feature input on quarterly roadmap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PLATFORM METRICS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156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Validated Endpoints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16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Connectors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26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Languages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4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Deployment Modes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DESIGN PARTNER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Healthcare Design Partnership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