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Kubernetes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Kubernetes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"Kubernetes Deployment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Kubernetes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Kubernetes Deployment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Kubernetes Deployment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