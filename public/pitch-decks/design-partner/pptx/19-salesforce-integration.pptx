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decision intelligence on your Salesforce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CRM holds critical customer data. Datacendia analyzes it in place — objects, reports, custom fields — without data movement."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SALESFORCE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customer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forecasting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risk assessment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Salesforce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Pipeline risk assessment — Multi-agent analysis of deal health and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Account prioritization — AI-powered account scoring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Churn prediction review — Multi-perspective analysis of at-risk customers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Territory planning — Data-driven territory optimization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forecasting — Scenario-based forecasting with confidence intervals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