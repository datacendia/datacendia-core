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/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Accountable AI workflows for Money Laundering Prevention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AI ADOPTION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Money Laundering Prevention workflows are moving from pilot to production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ACCOUNTABILITY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Leaders need replayable evidence for every material decision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EXECUTION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Operations need challenge, approval, and audit — not black boxes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Platforms built around decision evidence by design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Organizations use AI in Money Laundering Prevention without decision evidence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Teams automate recommendations, approvals, or exception handling with limited traceability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ADOPTION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ACCOUNTABILITY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EXECUTION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The result: slower adoption, higher exposure, and no clean audit trail for high-stakes decisions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money laundering prevention decision — review-ready before the committee, customer, or regulator asks.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Decision review with preserved dissent and approval history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Exception handling with role-based escalation and replay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AI ADOPTION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Vendor, model, or workflow change review before rollout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Board, audit, or operator reporting with exportable decision packets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THIS USE CASE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Money Laundering Prevention Matters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AI ADOPTION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data infrastructure and decision workflows required for regulated, high-stakes AI deployments at institutional scale.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Accountable AI workflows for Money Laundering Prevention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