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Labor Law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Labor Law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Labor Law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labor law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Labor Law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Labor Law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