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M&amp;A Due Diligence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M&amp;A Due Diligence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M&amp;A Due Diligence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m&amp;a due diligence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M&amp;A Due Diligence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M&amp;A Due Diligence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