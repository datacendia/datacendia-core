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Rail Safety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Rail Safety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Rail Safety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rail safety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review with preserved dissent and escalation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safety, uptime, and service-critical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Change review for models, automation rules, and frontline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operator reporting from one evidence chain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Rail Safety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Rail Safety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