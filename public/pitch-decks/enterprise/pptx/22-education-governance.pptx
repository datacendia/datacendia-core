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Education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Education Governance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Education Governance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education governance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Education Governance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Education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