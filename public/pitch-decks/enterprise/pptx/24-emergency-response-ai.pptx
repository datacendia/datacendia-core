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Emergency Response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Emergency Response AI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Emergency Response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emergency response ai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Emergency Response 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Emergency Response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