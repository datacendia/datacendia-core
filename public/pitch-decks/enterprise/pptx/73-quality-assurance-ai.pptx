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Quality Assurance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Quality Assurance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Quality Assurance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quality assurance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Quality Assurance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Quality Assurance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