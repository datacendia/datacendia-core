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Precision Agriculture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Precision Agriculture AI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Precision Agriculture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precision agriculture ai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Precision Agriculture 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Precision Agriculture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