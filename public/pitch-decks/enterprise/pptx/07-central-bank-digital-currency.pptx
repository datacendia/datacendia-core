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Central Bank Digital Currency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Central Bank Digital Currency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Central Bank Digital Currency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central bank digital currency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 review with preserved dissent and approval history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high-risk workflows with replayable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Model and workflow change review before production rollout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audit, and regulator reporting with exportable decision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Central Bank Digital Currency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Central Bank Digital Currency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