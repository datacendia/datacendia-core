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IoT Security Governance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IoT Security Governance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IoT Security Governance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iot security governance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Security and risk review with preserved reasoning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controls, alerts, and policy breaches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governance before production release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regulator, and customer reporting with exportable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IoT Security Governance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IoT Security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