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Trade Surveillance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Trade Surveillance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Trade Surveillance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trade surveillance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Trade Surveillance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Trade Surveillance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