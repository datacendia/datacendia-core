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KYC/AML Automation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KYC/AML Automation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KYC/AML Automation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kyc/aml automation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KYC/AML Automation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KYC/AML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