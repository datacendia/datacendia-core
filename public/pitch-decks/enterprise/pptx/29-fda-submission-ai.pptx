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FDA Submission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Submission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FDA Submission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fda submission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or operational review with preserved dissent and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patient, quality, or compliance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frontline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stakeholder reporting from one decision record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FDA Submission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FDA Submission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