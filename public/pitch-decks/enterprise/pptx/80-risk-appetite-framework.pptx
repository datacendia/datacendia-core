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Risk Appetite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Appetite Framework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Risk Appetite Framework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risk appetite framework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Risk Appetite Framework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Risk Appetite 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