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Power Grid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Power Grid AI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Power Grid AI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power grid ai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Power Grid AI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Power Grid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