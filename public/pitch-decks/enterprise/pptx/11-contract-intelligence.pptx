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Contract Intelligence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Contract Intelligence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Contract Intelligence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contract intelligence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Contract Intelligence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Contract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