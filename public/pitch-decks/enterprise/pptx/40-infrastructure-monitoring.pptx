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Infrastructure Monitoring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Infrastructure Monitoring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Infrastructure Monitoring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infrastructure monitoring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Infrastructure Monitoring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Infrastructure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