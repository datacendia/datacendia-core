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Third-Party Risk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Third-Party Risk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Third-Party Risk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third-party risk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Third-Party Risk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Third-Party Risk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