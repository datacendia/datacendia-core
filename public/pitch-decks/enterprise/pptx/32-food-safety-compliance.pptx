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Food Safety Compliance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Food Safety Compliance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Food Safety Compliance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food safety compliance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preserved dissent and approval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with role-based escalation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or workflow change review before rollout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Board, audit, or operator reporting with exportable decision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Food Safety Compliance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Food Safety Compliance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