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Real Estate Investment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Real Estate Investment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Real Estate Investment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real estate investment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Committee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for high-risk workflows with replayable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Model and workflow change review before production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and regulator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Real Estate Investment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Real Estate Investment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