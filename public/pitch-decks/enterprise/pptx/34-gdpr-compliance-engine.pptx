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GDPR Compliance Engine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GDPR Compliance Engine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GDPR Compliance Engine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gdpr compliance engine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with role-based escalation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or workflow change review before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or operator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GDPR Compliance Engine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GDPR Compliance Engine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