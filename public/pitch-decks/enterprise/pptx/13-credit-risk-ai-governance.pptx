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Credit Risk AI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Credit Risk AI Governance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Credit Risk AI Governance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 risk ai governance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high-risk workflows with replayable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production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and regulator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Credit Risk AI Governance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Credit Risk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