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SERIES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CrisisImmunizationInfrastructure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debate, dissent, and decide — with cryptographic proof of every step. Not a chatbot. A boardroom.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Makes Decisions.Nobody Can Explain Them.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$7.9T in decisions made using AI by 2030 with no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73% of enterprises cite AI explainability as top concern (Gartner)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$2.1B in regulatory fines for unexplainable algorithmic decisions (2023)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platforms provide multi-agent deliberation with cryptographic proof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Enterprises are deploying AI at scale — but every decision is a black box. When the regulator asks "why did your AI do that?", the answer is silence.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AI gives you one answer. Real decisions require debate, dissent, and documented reasoning. Boards don't accept one person's opinion — why accept one model's?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fills the gap between "AI generated an answer" and "AI made a defensible decision."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Category-Creating in a $50B+ Market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— mandates explainability for high-risk AI systems (2026 enforcement)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 Executive Order on AI — federal agencies must document AI decision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(Digital Operational Resilience Act) — financial services AI governance mandate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spend — projected $200B+ by 2028, governance is lagging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 is arriving — first-mover advantage in compliance tooling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LLMs made multi-agent possible — viable at enterprise scale since 2024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budgets unlocked — every F500 has an AI governance gap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Trust deficit growing — AI hallucinations eroding confidence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Every compliance framework unlocks a market segment. SOC 2 → enterprise SaaS. HIPAA → healthcare ($4T market). FedRAMP → federal government ($100B+ IT spend). Each certification is a sales accelerant, not just a checkbox.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