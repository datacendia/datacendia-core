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PROGRAM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Shape the Future ofAI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Join the founding cohort of enterprises co-building the AI governance standard. Preferred pricing, direct product influence, first-mover advantage.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DESIGN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Industry. Your Problems. Our Platform.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feature development — your use cases go to front of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engineering access — weekly calls with product 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60% pilot discount — $20K for 90 days (normally $50K)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Founding partner pricing — locked in for 3 years on conversion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Case study co-authorship — joint PR and marketing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Guaranteed results — refund if Council doesn't surface 3+ missed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 strategic decision to run through The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hours/week for feedback sessions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 Verticals — 2 Partners Each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decisions, treatment selection, HIPAA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compliance, trading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strategy, contract review, regulatory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decisions, resource allocation, impact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Threat assessment, mission planning, C4ISR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management, outage response, NERC CIP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catastrophe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FDA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3-Step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$50M loan?" or "Which treatment pathway?" or "Is this contract EU AI Act compliant?"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 analyzes financials. CISO checks security. Risk identifies threats. Legal checks compliance. Red Team challenges. Each votes with confidence.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 + confidence score + dissenting views + evidence trail + suggested actions. Every step hashed and timestamped.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ChatGPT gives one answer. Datacendia gives a boardroom debate — with dissents preserved, not silenced, and a cryptographic proof chain for every step.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YOU’LL SEE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Platform — Real Decisions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Enterprise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On Your Terms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Design partner flexibility: Start with Cloud SaaS for rapid onboarding, migrate to Private Cloud or On-Premises as you validate. No architecture lock-in.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 — no questions asked."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Design Partner Program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