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HEALTHCARE VERTICAL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for clinical, operational, and compliance AI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Hospitals, payers, and life-science teams need replayable reasoning before AI touches care pathways, utilization, or regulated workflows.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Healthcare AI Cannot Be a Black Box.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Clinical, operational, and revenue-cycle decisions increasingly involve AI.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Providers need evidence for triage, staffing, utilization, and exception handling.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safety, human override, and auditability are non-negotiable.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Very few platforms preserve dissent, approvals, and replay in one system.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Healthcare organizations are moving AI into high-stakes workflows faster than governance is catching up.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Single-model outputs are not enough when teams need challenge, escalation, and accountable approvals.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Datacendia adds a defensible record of how AI-informed decisions were made.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Council™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specialized AI agent presets with distinct expertise deliberate on your data — like a boardroom, not a chatbot.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CendiaChronos (time machine), Ghost Board, CendiaPreMortem, Decision Debt, CendiaLive, CendiaReplay, CendiaEcho, CendiaLens, CendiaCollapse, CendiaPulse, CendiaCrisis, CendiaROI, CendiaDCII.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CendiaOversight, CendiaNotary, CendiaVault, CendiaProvenance, Decision Packets, CendiaCrucible, CendiaRedTeam, SGAS, CendiaCourt, CendiaSandbox, CendiaZKP, CendiaInsure, CendiaQuantumKMS, CendiaCarbon, CendiaJurisdiction, CendiaCompliance.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to air-gapped. 4 deployment modes. 11 sovereign patterns. Zero-copy architecture — your data never leaves your database.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16 native connectors. Data stays in your DB — Datacendia queries in place. No ETL, no data movement, no risk.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CendiaOmniTranslate (100 languages), CendiaDissent (protected whistleblower channel), CendiaResponsibility (human accountability layer with TPM-signed liability).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tool purpose-built for AI decision governance. From real-time deliberation (CendiaLive) to quantum-resistant signing (CendiaQuantumKMS) — no competitor offers this depth.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COUNCIL™ IN ACTION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Multi-Agent Deliberation — Live UI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SCALE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Built for Enterprise, Engineered for Rigor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API Endpoints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6314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26314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4602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Agents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9476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79476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97764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Connectors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2638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32638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50926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5800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04088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 Modes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8962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38962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57250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Council Modes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92124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92124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11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010412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Sovereign Patterns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45286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145286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32+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163574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Products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50+ Specialized Agent Presets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Security &amp; Compliance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Adversarial Challenge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Each agent brings domain expertise, challenges assumptions, and votes with confidence scores. Dissenting opinions are preserved — not silenced. The Arbiter synthesizes all perspectives into an actionable decision with full evidence.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OUTPUT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Auditable Decision Package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 Anywhere — Your Data, Your Control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Diode, Local RLHF, Shadow Council, TPM Attestation, Federated Mesh, QR Air-Gap Bridge, and more.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never moves. Datacendia queries in place via native connectors. No ETL pipelines, no data lakes to maintain.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Architecture designed to FedRAMP Moderate controls. SOC 2 Type II In Progress. ISO 27001 target H2 2026.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Implementation ($15K–$120K), Consulting ($8K–$25K), Training ($2.5K–$8K), Custom Development ($15K–$100K), Premium Support ($2.5K–$6K/mo). Average services attach rate: 30–40% of ACV.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Gross margin &gt;80%. Net dollar retention &gt;130%. CAC payback &lt;18 months. LTV:CAC &gt;5x. Land with Pilot, expand to Enterprise.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Healthcare Governance Matters Now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Healthcare buyers want accountable AI before clinical, operational, or billing risk compounds.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Auditability matters across hospital operations, payer workflows, and regulated life-science environments.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Governance spend follows trust, incident preparedness, and explainable oversight.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becomes the wedge into one of the world's largest regulated markets.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review reduces blind spots before AI affects patients, reimbursements, or compliance posture.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Deployment flexibility matters across cloud, on-prem, and restricted environments.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export shortens legal, compliance, and quality-review cycles.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Healthcare AI adoption will favor systems that can be defended after the fact.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COMPETITIVE MOAT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Seven Layers of Defensibility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specialized agent presets with domain reasoning — not wrapper-on-ChatGPT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Immutable hash chain for every decision — competitors can't retrofit this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Air-gapped to cloud — 11 sovereign patterns no competitor offers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never moves — eliminates entire attack surface and compliance burden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Day-one global enterprise readiness with RTL support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Full audit theater — replay any decision step by step for any stakeholder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More decisions → better agents → more accurate deliberations → higher switching cost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Bottom line: Traditional BI tools (Tableau, Power BI) show you data. LLM wrappers (ChatGPT Enterprise) give one opinion. Palantir moves your data. Only Datacendia provides multi-agent deliberation with cryptographic proof, zero-copy architecture, and sovereign deployment — simultaneously.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Production-Ready — Not a Prototype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COMPLIANCE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Healthcare Readiness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Why this matters for fundraising: healthcare buyers care less about model novelty than about accountable deployment. Decision evidence supports internal review, compliance sign-off, incident replay, and trust across clinical and operational stakeholders.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— Series A Investor Overview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