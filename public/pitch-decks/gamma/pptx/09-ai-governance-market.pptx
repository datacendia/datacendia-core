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GOVERNANCE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category view: decision evidence is the missing AI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Model access is commoditizing. The durable category is the system that preserves reasoning, approvals, dissent, and replay for every material AI decision.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Market Has Models, But Not Accountability.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Enterprises can buy models, copilots, and orchestration tools almost anywhere.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What they still lack is a defensible record of how high-stakes AI decisions were made.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Auditability, replay, and preserved dissent remain missing from most deployments.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That leaves boards, regulators, and operators exposed the moment a decision is challenged.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adoption is moving from experimentation into workflows that affect money, safety, and trust.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next layer is not another model — it is governance infrastructure around decision-making.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defines that layer with multi-agent deliberation plus cryptographic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the Market Is Opening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Model capability is improving faster than enterprise confidence in unaudited AI decisions.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Buyers increasingly want systems that can be reviewed, challenged, and replayed.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turns AI governance from policy theater into operational software.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category spans regulated industries, sovereign deployments, and mission-critical decisions.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This is a platform wedge, not a point solution, because the evidence layer sits across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more decisions flow through the system, the stronger the switching costs and governance moat.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Open-core distribution can widen the funnel while enterprise controls drive monetization.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market leader will own the record of why AI-informed decisions were made.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 Formation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category-defining companies create a new control plane. Decision evidence can become the default governance layer between enterprise AI deployment and the stakeholders who need to trust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