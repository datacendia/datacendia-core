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Accelerate Decisions with Datacendia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From weeks to hours — structured multi-agent deliberation at enterprise speed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SPEED PROBLEM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 days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Avg Enterprise Decision Cycle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 — Production Ready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Council Modes for Every Speed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Strategic decisions taking weeks or months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Missing data from key stakeholders causing delays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structured process for cross-functional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Slow consensus-building across departments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Information scattered across dozens of systems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Analysis paralysis on high-stakes decisions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Rapid mode — Decisions in minutes, not weeks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agents simultaneously — Every perspective analyzed in parallel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data — Query all systems without waiting for ETL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12 council modes — Right process for every decision type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Structured dissent — Disagreements surfaced immediately, not weeks later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packets — Documentation generated automatically, not manually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Accelerate Decisions with Datacendia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