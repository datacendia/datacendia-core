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Mid-Market Companies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Enterprise-grade decision intelligence at mid-market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— 90 Day Proof of Value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$150K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Foundation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Included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Growing complexity outpacing current decision tools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recommendations without documentation or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Upcoming compliance requirements (EU AI Act, industry regs)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scattered across multiple systems and databases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structured process for high-stakes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Limited budget for enterprise-class platforms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Foundation tier — Full Council + DECIDE + DCII at $150K/yr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— Prove value on one strategic problem for $50K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Money-back guarantee — If Council doesn't find 3+ risks you missed, full refund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No expensive data warehouse needed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deployment — Fast setup, no infrastructure investment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26 languages — Support international operations from day 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Mid-Market Companies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