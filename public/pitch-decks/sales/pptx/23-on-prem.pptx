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Datacendia On-Premises Deployment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Your data center — zero external access, full sovereignty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Decision Crisis Immunization Infrastructure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ON-PREMISES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3152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Your DC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Data Location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52044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</p:sp>
      <p:sp>
        <p:nvSpPr>
          <p:cNvPr id="9" name="Text 7"/>
          <p:cNvSpPr/>
          <p:nvPr/>
        </p:nvSpPr>
        <p:spPr>
          <a:xfrm>
            <a:off x="352044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None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70332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Our Access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30936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</p:sp>
      <p:sp>
        <p:nvSpPr>
          <p:cNvPr id="12" name="Text 10"/>
          <p:cNvSpPr/>
          <p:nvPr/>
        </p:nvSpPr>
        <p:spPr>
          <a:xfrm>
            <a:off x="630936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Weeks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649224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Setup Time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909828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</p:sp>
      <p:sp>
        <p:nvSpPr>
          <p:cNvPr id="15" name="Text 13"/>
          <p:cNvSpPr/>
          <p:nvPr/>
        </p:nvSpPr>
        <p:spPr>
          <a:xfrm>
            <a:off x="909828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Full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928116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Sovereignty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What You're Facing Today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Regulatory requirements prohibit cloud deployment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Data cannot leave your physical data center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Need complete control over all infrastructure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Zero external connectivity requirements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Industry regulations mandate on-premises AI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Board mandates no third-party data access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WHAT WE BUILD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Decision Crisis Immunization Infrastructure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Multi-agent deliberation — 50+ specialized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Cryptographic audit trail — immutable evidence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Zero-copy architecture — data never leaves your DB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Sovereign deployment — air-gapped to cloud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Not a chatbot. A system of specialized intelligences that debate, dissent, and decide — with cryptographic proof of every step.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50+ agent presets (CFO, CISO, Risk, Strategy, Legal) deliberate on your data. You get a boardroom debate, not a chatbot answer.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Every decision, vote, dissent — hashed, timestamped, exportable. When the auditor says "prove it," hand them this.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YOUR SOLUTION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Your data center — Deployed on your hardware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Zero external access — No outbound connectivity required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Customer-managed — Full control over updates and configuration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HSM/TPM support — Hardware security modules for key management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Network isolation — Completely isolated from external networks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Air-gap ready — Can be upgraded to full air-gapped if needed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PRICING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Transparent, Procurement-Ready Pricing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On-Premises Deployment — Datacendia</dc:title>
  <dc:subject>PptxGenJS Presentation</dc:subject>
  <dc:creator>Datacendia</dc:creator>
  <cp:lastModifiedBy>Datacendia</cp:lastModifiedBy>
  <cp:revision>1</cp:revision>
  <dcterms:created xsi:type="dcterms:W3CDTF">2026-03-17T14:12:19Z</dcterms:created>
  <dcterms:modified xsi:type="dcterms:W3CDTF">2026-03-17T14:12:19Z</dcterms:modified>
</cp:coreProperties>
</file>