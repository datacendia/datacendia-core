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vs. Cloud AI (ChatGPT/Azure/Bedrock)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Cloud AI (ChatGPT/Azure/Bedrock) isn't enough for enterprise decision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CAPABILITY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Cloud AI (ChatGPT/Azure/Bedrock) vs.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CLOUD AI (CHATGPT/AZURE/BEDROCK) DOES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Their Approach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Single-model AI responses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General-purpose chatbot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Cloud-only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Vendor-managed infrastructure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Prompt-based interaction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structured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Domain-specific decision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4 deployment modes including air-gapped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AI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strategic synthesis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financial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operational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security &amp; compliance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market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technology intelligence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vs. Cloud AI (ChatGPT/Azure/Bedrock)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