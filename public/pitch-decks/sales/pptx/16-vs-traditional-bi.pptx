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Traditional BI (Tableau/Power BI)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Traditional BI (Tableau/Power BI)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Traditional BI (Tableau/Power BI)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TRADITIONAL BI (TABLEAU/POWER BI)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visualization and dashboards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Self-service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Historical reporting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KPI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Drag-and-drop chart building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on your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for every insight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Future simulation, not just historical charts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Traditional BI (Tableau/Power BI)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