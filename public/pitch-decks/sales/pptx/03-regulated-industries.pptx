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Regulated Industries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Compliance-first decision intelligence for healthcare, finance, energy, and government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Supported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Compliance Frameworks Mapped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decisions without regulatory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compliance evidence collection taking 1,200+ hours/year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compliance complexity growing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Auditors demanding AI explainability and documentation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and DORA creating new mandatory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Current tools don't generate compliance evidence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 — Every decision produces auditor-ready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 mapping — SOC 2, ISO 27001, GDPR, FedRAMP, HIPAA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— 23 jurisdictions tracked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Gap scanner — Automatic identification of compliance gaps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monitoring — Real-time compliance posture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absorb — Ingest new regulations and map impact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Regulated Industries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