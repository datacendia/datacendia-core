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Close the AI Governance Gap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CendiaGateway — control, audit, and govern every AI interaction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GOVERNANCE GAP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Requires AI System Documentation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Organizations w/ Full AI Governance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Enforcement Starting 2025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Shadow AI Audit Trail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Employees using ChatGPT, Copilot, Claude without oversight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Sensitive data leaking to external AI services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policy enforcement on AI usage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Cannot measure AI adoption or costs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Regulators will demand AI governance you don't have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CendiaGateway — Route all AI through governance layer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enforcement — Automatic compliance gates on AI interactions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Browser extensions — Govern AI across all browsers and tools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Usage analytics — Track adoption, costs, and patterns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DLP integration — Prevent sensitive data reaching external AI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Complete audit trail — Every AI interaction logged and searchable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 the AI Governance Gap with Datacendia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