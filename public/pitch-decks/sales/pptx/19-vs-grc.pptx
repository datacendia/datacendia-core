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vs. GRC (ServiceNow/Archer/OneTrust)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GRC (ServiceNow/Archer/OneTrust) isn't enough for enterprise decision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CAPABILITY COMPARISON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GRC (ServiceNow/Archer/OneTrust) vs.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GRC (SERVICENOW/ARCHER/ONETRUST) DOES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Their Approach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 and compliance workflows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Checklist management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Manual evidence collection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management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 risk management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AI-powered decision intelligence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Automatic evidence generation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analysis, not manual checklists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AI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strategic synthesis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financial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operational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security &amp; compliance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market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technology intelligence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vs. GRC (ServiceNow/Archer/OneTrust)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