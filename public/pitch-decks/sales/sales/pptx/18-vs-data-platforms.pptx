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Data Platforms (Palantir/Databricks)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Data Platforms (Palantir/Databricks)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Platforms (Palantir/Databricks)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DATA PLATFORMS (PALANTIR/DATABRICKS)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integration and ETL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lakehouse/warehouse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ML model training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engineering workflows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data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intelligence, not just data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— no ETL or data movement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Data Platforms (Palantir/Databricks)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