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Decision evidence infrastructure for organizations operating in Ecuador - Quito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AI ADOPTION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Regional enterprises and institutions are modernizing decisions with AI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ACCOUNTABILITY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Cross-border business and regulatory expectations create governance pressure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EXECUTION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Teams need evidence-rich workflows before trust breaks under scrutiny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built for accountable AI across complex operating environments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across Ecuador - Quito are deploying AI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is moving into high-stakes workflows faster than governance is catching up.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ACCOUNTABILITY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EXECUTION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Decision evidence is the missing layer between AI deployment and defensible regional execution.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Datacendia gives teams in Ecuador - Quito multi-agent deliberation, full evidence trails, and sovereign deployment for decisions that must stand up to scrutiny.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and policy review with preserved dissent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Vendor, model, and procurement approvals with exportable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AI ADOPTION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Cross-border coordination with accountable approvals and replay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Incident response and after-action review in minutes, not weeks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REGIONAL OPPORTUNITY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Ecuador - Quito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Decision evidence infrastructure for organizations operating in Ecuador - Quito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