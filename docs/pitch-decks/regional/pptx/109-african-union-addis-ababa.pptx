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African Union - Addis Ababa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African Union - Addis Ababa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African Union - Addis Ababa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African Union - Addis Ababa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African Union - Addis Ababa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