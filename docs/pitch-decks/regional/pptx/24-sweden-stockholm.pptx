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Decision evidence infrastructure for organizations operating in Sweden - Stockholm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AI ADOPTION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European institutions are moving AI into regulated and operational workflows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SOVEREIGNTY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Data residency, procurement, and oversight expectations keep rising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COORDINATION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Cross-border teams need one evidence chain that survives audits and handoffs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combining sovereignty with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across Sweden - Stockholm are deploying AI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is moving into high-stakes workflows faster than governance is catching up.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SOVEREIGNTY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COORDINATION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Decision evidence is the missing layer between AI deployment and defensible regional execution.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Datacendia gives teams in Sweden - Stockholm multi-agent deliberation, full evidence trails, and sovereign deployment for decisions that must stand up to scrutiny.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and policy review with preserved dissent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Vendor, model, and procurement approvals with exportable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AI ADOPTION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Cross-border coordination with accountable approvals and replay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Incident response and after-action review in minutes, not weeks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REGIONAL OPPORTUNITY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Sweden - Stockholm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Decision evidence infrastructure for organizations operating in Sweden - Stockholm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