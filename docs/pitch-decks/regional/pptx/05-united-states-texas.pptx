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United States - Texas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and private institutions are moving AI from pilots into live operations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Procurement, model risk, and public-trust expectations are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decisions before incidents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United States - Texas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United States - Texas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United States - Texas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United States - Texas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