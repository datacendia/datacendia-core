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Vietnam - Ho Chi Minh City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Vietnam - Ho Chi Minh City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Vietnam - Ho Chi Minh City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Vietnam - Ho Chi Minh City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Vietnam - Ho Chi Minh 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