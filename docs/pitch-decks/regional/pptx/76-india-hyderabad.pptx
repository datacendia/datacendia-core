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/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Decision evidence infrastructure for organizations operating in India - Hyderabad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AI ADOPTION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Export-driven and regulated markets are moving AI into production workflows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CONTROL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Data residency, supplier risk, and multilingual operations raise governance complexity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EXECUTION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Decision evidence helps teams move faster without losing accountability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Platforms built for accountable AI deployment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Organizations across India - Hyderabad are deploying AI without decision evidence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is moving into high-stakes workflows faster than governance is catching up.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ADOPTION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CONTROL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EXECUTION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Decision evidence is the missing layer between AI deployment and defensible regional execution.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Datacendia gives teams in India - Hyderabad multi-agent deliberation, full evidence trails, and sovereign deployment for decisions that must stand up to scrutiny.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and policy review with preserved dissent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Vendor, model, and procurement approvals with exportable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AI ADOPTION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Cross-border coordination with accountable approvals and replay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Incident response and after-action review in minutes, not weeks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REGIONAL OPPORTUNITY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India - Hyderabad Matters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AI ADOPTION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data infrastructure and decision workflows required for regulated, high-stakes AI deployments at institutional scale.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Decision evidence infrastructure for organizations operating in India - Hyderabad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