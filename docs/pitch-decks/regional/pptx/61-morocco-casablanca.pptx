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organizations operating in Morocco - Casablanca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Public institutions and growth-stage enterprises are moving AI into frontline workflows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Cross-border coordination and stakeholder scrutiny are increasing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accountable decisions without heavyweight data movement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for decision evidence and flexible deployment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across Morocco - Casablanca are deploying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is moving into high-stakes workflows faster than governance is catching up.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Decision evidence is the missing layer between AI deployment and defensible regional execution.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gives teams in Morocco - Casablanca multi-agent deliberation, full evidence trails, and sovereign deployment for decisions that must stand up to scrutiny.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and policy review with preserved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and procurement approvals with exportable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coordination with accountable approvals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and after-action review in minutes, not weeks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REGIONAL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Morocco - Casablanca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organizations operating in Morocco - Casablanca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