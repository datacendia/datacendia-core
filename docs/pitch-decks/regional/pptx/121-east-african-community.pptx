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East African Community - Arusha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Regional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OVERSIGHT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Risk, legal, and procurement expectations are increasing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Teams need replayable decisions before issues become investigations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East African Community - Arusha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East African Community - Arusha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East African Community - Arusha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East African Community - Arusha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