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Saudi Arabia - Riyadh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National transformation programs are accelerating AI deployment across sectors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Critical infrastructure and sensitive workflows demand strong deployment control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Cross-ministry and enterprise teams need one defensible evidence chain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 deployment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Saudi Arabia - Riyadh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Saudi Arabia - Riyadh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Saudi Arabia - Riyadh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Saudi Arabia - Riyadh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