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9144000" y="27432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Confidential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20116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56032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/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1371600" y="384048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8B8FA3"/>
                </a:solidFill>
              </a:rPr>
              <a:t>Decision evidence infrastructure for organizations operating in Indonesia - Jakarta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029200" y="457200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828800" y="48463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Decision Evidence Infrastructure for AI Systems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NOW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7315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7315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AI ADOPTION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9144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Export-driven and regulated markets are moving AI into production workflows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4747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34747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CONTROL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36576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Data residency, supplier risk, and multilingual operations raise governance complexity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2179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2179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EXECUTION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64008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Decision evidence helps teams move faster without losing accountability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89611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89611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0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91440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Platforms built for accountable AI deployment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Organizations across Indonesia - Jakarta are deploying AI without decision evidence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is moving into high-stakes workflows faster than governance is catching up.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ADOPTION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CONTROL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EXECUTION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Decision evidence is the missing layer between AI deployment and defensible regional execution.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How Datacendia Solves This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Datacendia gives teams in Indonesia - Jakarta multi-agent deliberation, full evidence trails, and sovereign deployment for decisions that must stand up to scrutiny.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Key Use Cases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Regulatory and policy review with preserved dissent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Vendor, model, and procurement approvals with exportable evidence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AI ADOPTION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Cross-border coordination with accountable approvals and replay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Incident response and after-action review in minutes, not weeks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REGIONAL OPPORTUNITY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Why Indonesia - Jakarta Matters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7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AI ADOPTION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Platform Proof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205K+ passing tests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156 validated API endpoints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50+ agent presets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23 jurisdictions covered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4 deployment modes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Live at app.datacendia.com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data infrastructure and decision workflows required for regulated, high-stakes AI deployments at institutional scale.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enterprise design-partner conversations (financial institution, Big 4 channel). NVIDIA Inception.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3 design partners signed, SOC 2 Type II certification, regulatory validation (EU AI Act compliance audit).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Decision evidence infrastructure for organizations operating in Indonesia - Jakarta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- Banking &amp; Capital Markets</dc:title>
  <dc:subject>Banking &amp; Capital Markets</dc:subject>
  <dc:creator>Datacendia</dc:creator>
  <cp:lastModifiedBy>Datacendia</cp:lastModifiedBy>
  <cp:revision>1</cp:revision>
  <dcterms:created xsi:type="dcterms:W3CDTF">2026-03-17T14:11:48Z</dcterms:created>
  <dcterms:modified xsi:type="dcterms:W3CDTF">2026-03-17T14:11:48Z</dcterms:modified>
</cp:coreProperties>
</file>