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organizations operating in Egypt - Cairo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National transformation programs are accelerating AI deployment across sectors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SOVEREIGNTY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Critical infrastructure and sensitive workflows demand strong deployment control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COORDINATION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Cross-ministry and enterprise teams need one defensible evidence chain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combining sovereign deployment with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across Egypt - Cairo are deploying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is moving into high-stakes workflows faster than governance is catching up.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SOVEREIGNTY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COORDINATION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Decision evidence is the missing layer between AI deployment and defensible regional execution.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Datacendia gives teams in Egypt - Cairo multi-agent deliberation, full evidence trails, and sovereign deployment for decisions that must stand up to scrutiny.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and policy review with preserved dissent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Vendor, model, and procurement approvals with exportable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Cross-border coordination with accountable approvals and replay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response and after-action review in minutes, not 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REGIONAL OPPORTUNITY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Egypt - Cairo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organizations operating in Egypt - Cairo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