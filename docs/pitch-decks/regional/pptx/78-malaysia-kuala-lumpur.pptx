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Malaysia - Kuala Lumpur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Export-driven and regulated markets are moving AI into production workflows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CONTROL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Data residency, supplier risk, and multilingual operations raise governance complexity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Decision evidence helps teams move faster without losing accountability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for accountable AI deployment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Malaysia - Kuala Lumpur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CONTROL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Malaysia - Kuala Lumpur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Malaysia - Kuala Lumpur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Malaysia - Kuala Lumpur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