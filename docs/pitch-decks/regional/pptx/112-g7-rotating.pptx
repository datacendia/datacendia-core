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G7 Rotating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G7 Rotating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G7 Rotating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G7 Rotating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G7 Rotating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