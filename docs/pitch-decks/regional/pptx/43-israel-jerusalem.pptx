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Israel - Jerusalem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National transformation programs are accelerating AI deployment across sectors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and sensitive workflows demand strong deployment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Cross-ministry and enterprise teams need one defensible evidence chain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Israel - Jerusalem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Israel - Jerusalem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Israel - Jerusalem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Israel - Jerusalem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