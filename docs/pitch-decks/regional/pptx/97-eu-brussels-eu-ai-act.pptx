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 - Brussels (EU AI Act)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EU - Brussels (EU AI Act)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