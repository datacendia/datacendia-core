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EU - Brussels (EU AI Act)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Multi-jurisdiction programs need a shared record of why decisions were made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GOVERNANCE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Member states and partners need consistent oversight, translation, and replay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EVIDENCE PORTABILITY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must travel across committees, agencies, and funding bodies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cross-border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Cross-border programs in EU - Brussels (EU AI Act) need accountable AI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Complex institutions often rely on fragmented tools with weak auditability.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EVIDENCE PORTABILITY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 needs governance infrastructure that works across jurisdictions, languages, and stakeholders.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EU - Brussels (EU AI Act) multi-agent deliberation, full evidence trails, and deployment flexibility for decisions that must stand up across jurisdictions.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Policy and program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Funding, procurement, and partner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COORDINATION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Crisis response and after-action replay across stakeholders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Steering committee and board packets in hours,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EU - Brussels (EU AI Act)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EU - Brussels (EU AI Act)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