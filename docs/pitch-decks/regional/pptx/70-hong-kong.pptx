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Hong Kong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Export-driven and regulated markets are moving AI into production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CONTROL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supplier risk, and multilingual operations raise governance complexity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helps teams move faster without losing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Hong Kong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CONTROL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Hong Kong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Hong Kong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Hong Kong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