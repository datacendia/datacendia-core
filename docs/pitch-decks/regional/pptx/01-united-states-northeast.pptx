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United States - Northeast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Public and private institutions are moving AI from pilots into live operations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OVERSIGHT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Procurement, model risk, and public-trust expectations are rising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decisions before incidents become investigations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combining sovereign deployment with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United States - Northeast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United States - Northeast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United States - Northeast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United States - Northeast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