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Oman - Muscat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Oman - Muscat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Oman - Muscat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Oman - Muscat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Oman - Muscat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