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Impact Investor -- Responsible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Investing in AI Accountability Is Impact Investing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Protects Citizens From Harmful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22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Right to Explanation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UNESCO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Ethics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CendiaDissent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Formal Dissent With Protection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Is Making Decisions About People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deny loans, insurance, benefits, and jobs with no explanation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Marginalized communities disproportionately affected by biased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and GDPR Art. 22 attempt to protect citizens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UNESCO AI Ethics framework calls for accountable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Current AI has no mechanism for dissent or minority viewpoints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CendiaDissent provides formal dissent tracking with retaliation protection. Every AI decision includes documented reasoning, minority opinions, and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Dissent tracking prevents groupthink in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trails protect against discrimination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Explainability for citizen-impacting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trails for civil rights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Transparency reports for public accountability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Responsible AI is both an impact thesis and a commercial opportunity. EU AI Act creates mandatory demand. Datacendia makes AI accountable by design, not as an afterthought.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Investing in AI Accountability Is Impact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Impact Investor -- Responsible AI</dc:title>
  <dc:subject>Impact Investor -- Responsible AI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