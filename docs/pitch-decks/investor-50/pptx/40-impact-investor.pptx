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Impact Investor -- Responsible AI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Investing in AI Accountability Is Impact Investing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Evidence Infrastructure for AI Systems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Protects Citizens From Harmful AI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GDPR Art. 22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Right to Explanation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UNESCO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AI Ethics Framework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CendiaDissent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Formal Dissent With Protection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AI Is Making Decisions About People Without Accountability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deny loans, insurance, benefits, and jobs with no explanation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Marginalized communities disproportionately affected by biased AI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and GDPR Art. 22 attempt to protect citizens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UNESCO AI Ethics framework calls for accountable AI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Current AI has no mechanism for dissent or minority viewpoints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CendiaDissent provides formal dissent tracking with retaliation protection. Every AI decision includes documented reasoning, minority opinions, and evidence.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Dissent tracking prevents groupthink in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Evidence trails protect against discrimination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Explainability for citizen-impacting decisions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Audit trails for civil rights compliance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Transparency reports for public accountability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Responsible AI is both an impact thesis and a commercial opportunity. EU AI Act creates mandatory demand. Datacendia makes AI accountable by design, not as an afterthought.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Investing in AI Accountability Is Impact Investing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Impact Investor -- Responsible AI</dc:title>
  <dc:subject>Impact Investor -- Responsible AI</dc:subject>
  <dc:creator>Datacendia</dc:creator>
  <cp:lastModifiedBy>Datacendia</cp:lastModifiedBy>
  <cp:revision>1</cp:revision>
  <dcterms:created xsi:type="dcterms:W3CDTF">2026-03-17T14:11:49Z</dcterms:created>
  <dcterms:modified xsi:type="dcterms:W3CDTF">2026-03-17T14:11:49Z</dcterms:modified>
</cp:coreProperties>
</file>