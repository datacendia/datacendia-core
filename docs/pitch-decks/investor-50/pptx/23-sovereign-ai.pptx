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Sovereign AI Infrastructure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Data Sovereignty Laws Create Demand for On-Premises AI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CLOUD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 Gov Can Compel Cloud Disclosure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 Art. 48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Prohibits Foreign Gov Data Orders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140+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Countries w/ Data Sovereignty Laws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Full Air-Gap + TPM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Cloud AI Is a Liability for Any Organization With Sovereign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CLOUD Act allows US government to compel disclosure from US cloud providers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GDPR Art. 48 prohibits transfers based on foreign government orders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140+ countries have data sovereignty or localization laws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Critical infrastructure, defense, and finance cannot use cloud AI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AI platform runs fully air-gapped with hardware-rooted trust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Deploys anywhere — cloud, private cloud, on-premises, air-gapped with TPM 2.0. 11 sovereign patterns including Data Diode, QR Air-Gap Bridge, Portable USB.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Air-gapped classified environments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Private cloud customer VPC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On-premises full control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jurisdiction-specific processing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Emergency protocols key lockdown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 sovereignty is a global megatrend (140+ countries). Any organization with sensitive data needs sovereign AI. Only platform with air-gap + TPM + crypto evidence.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Data Sovereignty Laws Create Demand for On-Premises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Sovereign AI Infrastructure</dc:title>
  <dc:subject>Sovereign AI Infrastructure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