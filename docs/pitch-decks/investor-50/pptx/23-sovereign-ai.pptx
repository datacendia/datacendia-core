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Sovereign AI Infrastructure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 + TPM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Any Organization With Sovereign Data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CLOUD Act allows US government to compel disclosure from US cloud providers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48 prohibits transfers based on foreign government orders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140+ countries have data sovereignty or localization laws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Critical infrastructure, defense, and finance cannot use cloud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anywhere — cloud, private cloud, on-premises, air-gapped with TPM 2.0. 11 sovereign patterns including Data Diode, QR Air-Gap Bridge, Portable USB.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classified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Private cloud customer VPC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On-premises full control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jurisdiction-specific processing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Emergency protocols key lockdown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 sovereignty is a global megatrend (140+ countries). Any organization with sensitive data needs sovereign AI.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Data Sovereignty Laws Create Demand for On-Premises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Sovereign AI Infrastructure</dc:title>
  <dc:subject>Sovereign AI Infrastructure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