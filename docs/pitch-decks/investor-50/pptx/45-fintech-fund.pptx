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FinTech-Focused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Where Finance Meets Technology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Effective 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Algo Trading Audit Trails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PSD2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Payment Decision Accountability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FinTech AI Must Be Auditable -- Regulators Are Watching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effective Jan 2025 -- AI operational resilience mandatory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requires auditable risk models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demands full audit trails for algorithmic trading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PSD2 requires accountability for AI payment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Financial regulators are the strictest AI overseers globally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credit, trading, risk, and compliance decisions with cryptographic evidence meeting DORA, Basel III, and MiFID II requirements.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for EU financial entities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Basel III auditable risk models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MiFID II algorithmic trading trails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explainability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Payment fraud decision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FinTech funds know financial regulation. DORA is the most urgent AI governance mandate globally (effective NOW). Datacendia is the only platform generating DORA-compliant AI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Where Finance Meets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FinTech-Focused Fund</dc:title>
  <dc:subject>FinTech-Focused Fund</dc:subject>
  <dc:creator>Datacendia</dc:creator>
  <cp:lastModifiedBy>Datacendia</cp:lastModifiedBy>
  <cp:revision>1</cp:revision>
  <dcterms:created xsi:type="dcterms:W3CDTF">2026-03-17T13:25:21Z</dcterms:created>
  <dcterms:modified xsi:type="dcterms:W3CDTF">2026-03-17T13:25:21Z</dcterms:modified>
</cp:coreProperties>
</file>