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European Investor -- GDPR/EU AI Act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the Company Built for European Regulation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/ Art. 22 Rights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Resilience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Cybersecurity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Europe Has the Regulations -- It Needs the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is the world's first comprehensive AI law -- Aug 2025 enforcement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already mandates explainability for automated decisions (Art. 22)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mandates cybersecurity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European enterprises need EU-headquartered or EU-deployable governance tools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is built for EU regulatory requirements from day one. DDGI framework covers EU jurisdictions. Private cloud and on-premises deployment keep data in the EU.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tooling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Art. 22 automated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resilience for EU banks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NIS2 critical infrastructure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data residency with in-country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European investors understand EU regulation. Datacendia is purpose-built for EU AI Act, GDPR, DORA, and NIS2. EU enterprises will prefer a platform designed for their regulatory environment.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the Company Built for European Regulation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European Investor -- GDPR/EU AI Act</dc:title>
  <dc:subject>European Investor -- GDPR/EU AI Act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