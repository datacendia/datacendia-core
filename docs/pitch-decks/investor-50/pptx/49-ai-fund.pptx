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8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9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for Any Domain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Deliberation Modes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Quality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AI Governance Platform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Cannot Scale in Enterprises Without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want AI but cannot deploy without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blocking AI deployments that lack governance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(OpenAI, etc.) do not provide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governance gap is the bottleneck for enterprise 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Solving governance unlocks enterprise AI spend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removes the governance bottleneck. Enterprises deploy AI confidently because every decision has cryptographic evidence, dissent tracking, and audit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Governance layer for any LLM provider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generation enables AI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tooling unlocks regulated verticals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satisfy enterprise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builds executive trust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funds know the adoption bottleneck. Governance is what holds enterprises back from deploying AI at scale. Datacendia removes this bottleneck -- unlocking enterprise AI spend.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AI-Focused Fund</dc:title>
  <dc:subject>AI-Focused Fund</dc:subject>
  <dc:creator>Datacendia</dc:creator>
  <cp:lastModifiedBy>Datacendia</cp:lastModifiedBy>
  <cp:revision>1</cp:revision>
  <dcterms:created xsi:type="dcterms:W3CDTF">2026-03-17T14:11:50Z</dcterms:created>
  <dcterms:modified xsi:type="dcterms:W3CDTF">2026-03-17T14:11:50Z</dcterms:modified>
</cp:coreProperties>
</file>