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AI-Focused Fund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Governance Infrastructure Makes AI Enterprise-Ready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 for Any Domain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Deliberation Modes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Tests Production Quality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Competitors w/ AI Governance Platform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 Cannot Scale in Enterprises Without Governance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want AI but cannot deploy without 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Regulators blocking AI deployments that lack governance evidence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providers (OpenAI, etc.) do not provide governance infrastructure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governance gap is the bottleneck for enterprise 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Solving governance unlocks enterprise AI spend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removes the governance bottleneck. Enterprises deploy AI confidently because every decision has cryptographic evidence, dissent tracking, and audit trails.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Governance layer for any LLM provider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Evidence generation enables AI deployment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Compliance tooling unlocks regulated verticals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Audit trails satisfy enterprise security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Dissent tracking builds executive trust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funds know the adoption bottleneck. Governance is what holds enterprises back from deploying AI at scale. Datacendia removes this bottleneck -- unlocking enterprise AI spend.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Governance Infrastructure Makes AI Enterprise-Ready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AI-Focused Fund</dc:title>
  <dc:subject>AI-Focused Fund</dc:subject>
  <dc:creator>Datacendia</dc:creator>
  <cp:lastModifiedBy>Datacendia</cp:lastModifiedBy>
  <cp:revision>1</cp:revision>
  <dcterms:created xsi:type="dcterms:W3CDTF">2026-03-16T20:40:29Z</dcterms:created>
  <dcterms:modified xsi:type="dcterms:W3CDTF">2026-03-16T20:40:29Z</dcterms:modified>
</cp:coreProperties>
</file>