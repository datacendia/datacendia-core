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&amp; Intelligence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Compliance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AI Cannot Use Cloud — But Needs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Classified environments cannot connect to external AI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ITAR/EAR export controls prohibit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and accountability in federal systems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analysis uses AI with no structured dissent or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operates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on air-gapped networks with TPM 2.0 attestation, customer-owned encryption, and 11 sovereign patterns — Data Diode, QR Air-Gap Bridge, Portable USB Instance.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Intelligence analysis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Acquisition due diligence ITAR-compliant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planning with adversarial red-teaming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verification for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Threat assessment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DoD AI budget is $1.8B (FY2025 Pentagon Budget Request). Defense needs sovereign AI that runs offline with full accountability.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Defense &amp; Intelligence</dc:title>
  <dc:subject>Defense &amp; Intelligence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