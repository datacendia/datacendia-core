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Zero-Trust Data Architecture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Zero-Copy Means Data Never Leaves Customer Databases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 Copies Made During Processing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6+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Database Connectors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Ed25519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Customer-Owned Crypto Signing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TPM 2.0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Hardware-Rooted Trust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Every AI Vendor Wants Your Data — Datacendia Doesn't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Traditional AI platforms require data export and ETL pipelines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data copy creates new attack surface and compliance liability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GDPR data minimization requires processing without unnecessary copies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Financial institutions cannot move trading data to third parties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Healthcare PHI must stay within HIPAA-compliant infrastructure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Queries data in place — PostgreSQL, MySQL, SQL Server, Oracle, MongoDB, DB2. Read-only connections, customer-owned encryption, evidence on your infrastructure.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Financial services trade data stays in-bank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Healthcare PHI never leaves HIPAA systems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Defense classified data processed in-place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Multi-database query without ETL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Data residency evidence for regulators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Zero-copy is a fundamental competitive moat. Every buyer asks "where does my data go?" Answer: "nowhere." This wins regulated buyers who cannot move data.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Zero-Copy Means Data Never Leaves Customer Databases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Zero-Trust Data Architecture</dc:title>
  <dc:subject>Zero-Trust Data Architecture</dc:subject>
  <dc:creator>Datacendia</dc:creator>
  <cp:lastModifiedBy>Datacendia</cp:lastModifiedBy>
  <cp:revision>1</cp:revision>
  <dcterms:created xsi:type="dcterms:W3CDTF">2026-03-17T13:50:53Z</dcterms:created>
  <dcterms:modified xsi:type="dcterms:W3CDTF">2026-03-17T13:50:53Z</dcterms:modified>
</cp:coreProperties>
</file>