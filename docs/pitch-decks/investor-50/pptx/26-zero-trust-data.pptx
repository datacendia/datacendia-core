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Zero-Trust Data Architecture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During Processing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6+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Connectors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Customer-Owned Crypto Signing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Every AI Vendor Wants Your Data — Datacendia Doesn't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Traditional AI platforms require data export and ETL pipelines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data copy creates new attack surface and compliance liability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data minimization requires processing without unnecessary copies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institutions cannot move trading data to third parties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Healthcare PHI must stay within HIPAA-compliant infrastructure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Queries data in place — PostgreSQL, MySQL, SQL Server, Oracle, MongoDB, DB2. Read-only connections, customer-owned encryption, evidence on your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services trade data stays in-bank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PHI never leaves HIPAA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Defense classified data processed in-place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Multi-database query without ETL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Data residency evidence for regulators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Zero-copy is a fundamental competitive moat. Every buyer asks "where does my data go?" Answer: "nowhere." This wins regulated buyers who cannot move data.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Zero-Copy Means Data Never Leaves Customer Databases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Zero-Trust Data Architecture</dc:title>
  <dc:subject>Zero-Trust Data Architecture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