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Deep Tech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Multi-Agent AI Architecture as a Technical Moat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Specialized Agent Presets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Ed25519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Cryptographic Decision Signing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Hardware-Rooted Trust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Deployment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Is a Deep Tech Platform -- Not a Wrapper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Multi-agent deliberation engine with formal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Cryptographic decision signing (Ed25519/RSA-PSS)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Hardware-rooted trust with TPM 2.0 attestation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11 sovereign deployment patterns (Data Diode, QR Bridge, etc.)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Zero-copy database architecture across 6+ database types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Deep tech platform combining multi-agent AI, applied cryptography, hardware security, and distributed systems. 205K+ tests validate the engineering.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engine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evidence chain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Hardware-rooted trust attestation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sovereign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distributed queries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Deep tech funds value technical moats. Datacendia combines four hard-to-replicate capabilities: multi-agent deliberation, applied crypto, hardware security, and sovereign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Multi-Agent AI Architecture as a Technical Moat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Deep Tech Fund</dc:title>
  <dc:subject>Deep Tech Fund</dc:subject>
  <dc:creator>Datacendia</dc:creator>
  <cp:lastModifiedBy>Datacendia</cp:lastModifiedBy>
  <cp:revision>1</cp:revision>
  <dcterms:created xsi:type="dcterms:W3CDTF">2026-03-17T13:25:21Z</dcterms:created>
  <dcterms:modified xsi:type="dcterms:W3CDTF">2026-03-17T13:25:21Z</dcterms:modified>
</cp:coreProperties>
</file>