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Pharmaceutical &amp; Life Sciences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Guidance for Drug Development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Applies to Pharma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International Harmonization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Trial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 AI Decisions Lack Regulatory-Grade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drug target selection with no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trial design using ML with no audit trail for submissions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and EMA increasingly requiring AI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Post-market surveillance using AI with no accountability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ICH guidelines demanding documented decision processes for 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R&amp;D, regulatory, and commercial decisions — submission-ready evidence packets with full decision provenance.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Drug target prioritization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trial design with risk/benefit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 for FDA/EMA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signal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optimization with investment-committee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governance evidence shortens submission timelines and reduces rejection risk. Every pharma company deploying AI in development pipelines needs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15-chro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Pharmaceutical &amp; Life Sciences</dc:title>
  <dc:subject>Pharmaceutical &amp; Life Sciences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