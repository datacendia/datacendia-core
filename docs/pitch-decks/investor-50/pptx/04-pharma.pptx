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144000" y="2743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Confidential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56032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Pharmaceutical &amp; Life Sciences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371600" y="3840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8FA3"/>
                </a:solidFill>
              </a:rPr>
              <a:t>AI Governance for Drug Development and Regulatory Submissions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457200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828800" y="4846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NOW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FDA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AI/ML Guidance for Drug Development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747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34747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EMA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6576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EU AI Act Applies to Pharma AI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2179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ICH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4008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International Harmonization Standards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9611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14" name="Text 12"/>
          <p:cNvSpPr/>
          <p:nvPr/>
        </p:nvSpPr>
        <p:spPr>
          <a:xfrm>
            <a:off x="89611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0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91440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AI Platforms w/ Trial Decision Evidence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Pharma AI Decisions Lack Regulatory-Grade Evidence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AI-assisted drug target selection with no documented decision rationale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Clinical trial design using ML with no audit trail for submissions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FDA and EMA increasingly requiring AI explainability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Post-market surveillance using AI with no accountability framework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ICH guidelines demanding documented decision processes for AI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Multi-agent deliberation for R&amp;D, regulatory, and commercial decisions — submission-ready evidence packets with full decision provenance.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Key Use Cases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Drug target prioritization with documented rationale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Clinical trial design with risk/benefit evidence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Regulatory submission AI evidence for FDA/EMA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Safety signal review with dissent tracking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Portfolio optimization with investment-committee deliberation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INVESTOR THESIS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This Is a Compelling Investment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7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AI governance evidence shortens submission timelines and reduces rejection risk. Every pharma company deploying AI in development pipelines needs this.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Platform Proof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205K+ passing tests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156 validated API endpoints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50+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23 jurisdictions covered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4 deployment modes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Live at app.datacendia.com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AI Governance for Drug Development and Regulatory Submissions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- Pharmaceutical &amp; Life Sciences</dc:title>
  <dc:subject>Pharmaceutical &amp; Life Sciences</dc:subject>
  <dc:creator>Datacendia</dc:creator>
  <cp:lastModifiedBy>Datacendia</cp:lastModifiedBy>
  <cp:revision>1</cp:revision>
  <dcterms:created xsi:type="dcterms:W3CDTF">2026-03-17T14:11:48Z</dcterms:created>
  <dcterms:modified xsi:type="dcterms:W3CDTF">2026-03-17T14:11:48Z</dcterms:modified>
</cp:coreProperties>
</file>