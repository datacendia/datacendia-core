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Pharmaceutical &amp; Life Sciences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Drug Development and Regulatory Submissions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AI/ML Guidance for Drug Development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EMA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AI Act Applies to Pharma AI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ICH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International Harmonization Standards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Trial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Pharma AI Decisions Lack Regulatory-Grade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AI-assisted drug target selection with no documented decision rationale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Clinical trial design using ML with no audit trail for submissions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FDA and EMA increasingly requiring AI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Post-market surveillance using AI with no accountability framework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ICH guidelines demanding documented decision processes for AI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R&amp;D, regulatory, and commercial decisions — submission-ready evidence packets with full decision provenance.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Drug target prioritization with documented rationale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Clinical trial design with risk/benefit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submission AI evidence for FDA/EMA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Safety signal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Portfolio optimization with investment-committee deliberation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governance evidence shortens submission timelines and reduces rejection risk. Every pharma company deploying AI in development pipelines needs this.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Drug Development and Regulatory Submissions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Pharmaceutical &amp; Life Sciences</dc:title>
  <dc:subject>Pharmaceutical &amp; Life Sciences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