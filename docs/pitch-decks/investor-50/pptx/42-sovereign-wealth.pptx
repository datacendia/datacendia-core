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Sovereign Wealth Fund -- National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Infrastructure for National Digital Sovereignty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Data Sovereignty Laws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Cloud Providers a Liability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Including Air-Gap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Nations Need Sovereign AI -- Not US Cloud Dependence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CLOUD Act means US cloud providers can be compelled to disclose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140+ countries have enacted data sovereignty or localization laws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National AI strategies require domestic AI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Critical infrastructure cannot depend on foreign cloud providers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Art. 48 prohibits foreign government data access orders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deploys entirely within national borders -- on-premises or air-gapped. Customer-owned encryption, no foreign access, full sovereignty.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National AI governance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Critical infrastructure protection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Financial sector sovereignty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Healthcare data sovereignty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decision accountability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Sovereign wealth funds invest in national infrastructure. AI governance is the next layer of national digital infrastructure. Datacendia provides it without foreign dependency.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Infrastructure for National Digital Sovereignty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Sovereign Wealth Fund -- National AI</dc:title>
  <dc:subject>Sovereign Wealth Fund -- National AI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