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Real Estate &amp; PropTech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Property Valuation and Investment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Property Valuation AI = High-Risk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Fair Housing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Fair Housing Act Applies to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Tenant Data Processing 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Valuation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 Estate AI Creates Discrimination Risk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AI-assisted valuations with no documented methodology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creditworthiness and property valuation AI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Fair Housing Act prohibits discriminatory practices — AI can encode bias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Tenant screening algorithms without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Investment decisions influenced by AI with no structured deliberation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valuation, tenant screening, and investment — evidence demonstrating non-discrimination and regulatory compliance.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Property valuation with documented methodology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Tenant screening Fair Housing-compliant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analysis with risk/return tradeoffs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Portfolio management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export for housing regulators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Property valuation AI is explicitly high-risk under EU AI Act. Fair Housing Act creates liability for discriminatory AI. Firms need governance tooling to deploy AI safely.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Property Valuation and Investment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Real Estate &amp; PropTech</dc:title>
  <dc:subject>Real Estate &amp; PropTech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