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Corporate VC -- Strategic Value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How Datacendia Strengthens Your Portfolio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System Connectors (Salesforce, SAP, etc.)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Open-Source Integration Friendly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For Any Infra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Across Verticals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Enterprise Customers Need AI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faces EU AI Act compliance requirements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Your customers are asking about AI 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Datacendia integrates with existing enterprise platforms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Open-source foundation enables deep integration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Strategic investment creates preferred partnership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adds AI governance layer to existing enterprise platforms. Strategic investment creates preferred integration and co-sell opportunities.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Integration with investor portfolio products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Co-sell to shared enterprise customers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Joint compliance certifications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Shared go-to-market motions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Technology roadmap alignment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Corporate VCs invest for strategic value. Datacendia adds a governance layer your enterprise customers need. Integration-first architecture means seamless value-add.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How Datacendia Strengthens Your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Corporate VC -- Strategic Value</dc:title>
  <dc:subject>Corporate VC -- Strategic Value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