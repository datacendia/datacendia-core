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Corporate VC -- Strategic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Strengthens Your Portfolio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System Connectors (Salesforce, SAP, etc.)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Integration Friendly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For Any Infra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Customers Need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faces EU AI Act compliance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Your customers are asking about AI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Datacendia integrates with existing enterprise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foundation enables deep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investment creates preferred partnership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adds AI governance layer to existing enterprise platforms. Strategic investment creates preferred integration and co-sell opportunities.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 with investor portfolio products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Co-sell to shared enterprise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Joint compliance certifications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Shared go-to-market motions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Technology roadmap alignment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Corporate VCs invest for strategic value. Datacendia adds a governance layer your enterprise customers need. Integration-first architecture means seamless value-add.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Strengthens Your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Corporate VC -- Strategic Value</dc:title>
  <dc:subject>Corporate VC -- Strategic Value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