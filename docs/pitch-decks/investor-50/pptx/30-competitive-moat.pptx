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Competitive Moat Analysis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Why No Incumbent Can Easily Replicate Datacendia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(Engineering Depth)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Deployment Patterns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Across Verticals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Can't Big Tech Just Build This?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OpenAI/Anthropic: Model providers — conflict of interest auditing own models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ServiceNow/Archer: GRC workflow — no multi-agent AI or crypto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Palantir: Data analytics — no deliberation, dissent, or air-gapped multi-agent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Snowflake/Databricks: Data platforms — no decision governance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From scratch: 205K+ tests, 11 sovereign patterns = years of engineering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Unique position: multi-agent deliberation + crypto evidence + sovereign deploy + compliance framework. No single incumbent has all four.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vs AI providers — govern their models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vs GRC — generate evidence they 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vs Data platforms — decision layer on top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vs Consultancies — automate manual 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Integration-first architecture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Moat is architectural — four capabilities no incumbent combines. Replicating requires years and complete platform rearchitecture.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Why No Incumbent Can Easily Replicate Datacendia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Competitive Moat Analysis</dc:title>
  <dc:subject>Competitive Moat Analysis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