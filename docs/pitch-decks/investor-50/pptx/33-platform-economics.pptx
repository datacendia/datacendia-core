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Platform Economics &amp; Network Effects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How Datacendia Builds Compounding Value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 Growing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in DDGI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Database &amp; System Connectors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Apache 2.0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Open-Source Community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Platform Businesses Compound — Point Solutions Don't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agents = more decision types = more departments served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jurisdictions = more regulatory coverage = more geographies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More connectors = more data sources = easier integration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Open-source community contributes agents, connectors, frameworks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Each deployment improves the platform for everyone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 platform, not point solution. Agents, jurisdictions, and connectors compound. Open-source community accelerates the flywheel.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Agent marketplace third-party (roadmap)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Jurisdictional expansion community-contributed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Connector ecosystem ISV integrations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templates industry-specific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Knowledge compounding improves decisions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Platform businesses generate highest returns because value compounds. Agent ecosystem, jurisdictional coverage, and open-source create growing moat.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How Datacendia Builds Compounding Value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Platform Economics &amp; Network Effects</dc:title>
  <dc:subject>Platform Economics &amp; Network Effects</dc:subject>
  <dc:creator>Datacendia</dc:creator>
  <cp:lastModifiedBy>Datacendia</cp:lastModifiedBy>
  <cp:revision>1</cp:revision>
  <dcterms:created xsi:type="dcterms:W3CDTF">2026-03-17T13:50:53Z</dcterms:created>
  <dcterms:modified xsi:type="dcterms:W3CDTF">2026-03-17T13:50:53Z</dcterms:modified>
</cp:coreProperties>
</file>