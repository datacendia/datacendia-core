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Platform Economics &amp; Network Effects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Builds Compounding Value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Growing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&amp; System Connectors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Businesses Compound — Point Solutions Don't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agents = more decision types = more departments served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jurisdictions = more regulatory coverage = more geographies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connectors = more data sources = easier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community contributes agents, connectors, frameworks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Each deployment improves the platform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 platform, not point solution. Agents, jurisdictions, and connectors compound. Open-source community accelerates the flywheel.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Agent marketplace third-party (roadmap)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Jurisdictional expansion community-contributed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Connector ecosystem ISV integrations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templates industry-specific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Knowledge compounding improves decisions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Platform businesses generate highest returns because value compounds. Agent ecosystem, jurisdictional coverage, and open-source create growing moat.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Builds Compounding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Platform Economics &amp; Network Effects</dc:title>
  <dc:subject>Platform Economics &amp; Network Effects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