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Multi-Agent AI vs. Single-Model AI</a:t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Specialized Agent Presets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4–12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Agents Per Deliberation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3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Modes (War Room, Governed, Quick)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Multi-Agent + Crypto Evidence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Single-Model AI Is a Black Box — Enterprises Need Deliberation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Single LLM outputs have no internal checks, dissent, or structured reasoning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 decisions require multiple perspectives — legal, financial, operational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Regulators demand explainability — single model predictions are not explainable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Group decision theory shows multi-perspective deliberation produces better outcomes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platform offers structured multi-agent deliberation with evidence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The Council™ deploys 50+ specialized agent presets that debate, dissent, and decide — with cryptographic proof of every step.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Strategic decisions 4-12 agents deliberate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Risk assessment with formal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Compliance review multi-agent debate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Investment committee confidence scoring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War Room mode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INVESTOR THESIS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This Is a Compelling Investment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Multi-agent AI is the next paradigm after single-model. Enterprises need deliberation, not chatbot answers. First platform with formal dissent tracking and crypto evidence.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 warm enterprise intros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Why Multi-Agent Deliberation Is the Future of Enterprise AI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Multi-Agent AI vs. Single-Model AI</dc:title>
  <dc:subject>Multi-Agent AI vs. Single-Model AI</dc:subject>
  <dc:creator>Datacendia</dc:creator>
  <cp:lastModifiedBy>Datacendia</cp:lastModifiedBy>
  <cp:revision>1</cp:revision>
  <dcterms:created xsi:type="dcterms:W3CDTF">2026-03-16T20:40:28Z</dcterms:created>
  <dcterms:modified xsi:type="dcterms:W3CDTF">2026-03-16T20:40:28Z</dcterms:modified>
</cp:coreProperties>
</file>