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Multi-Agent AI vs. Single-Model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4–12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Agents Per Deliberation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Modes (War Room, Governed, Quick)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Multi-Agent + Crypto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Single-Model AI Is a Black Box — Enterprises Need Deliberation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Single LLM outputs have no internal checks, dissent, or structured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decisions require multiple perspectives — legal, financial, operational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demand explainability — single model predictions are not explainable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Group decision theory shows multi-perspective deliberation produces better outcomes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offers structured multi-agent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The Council™ deploys 50+ specialized agent presets that debate, dissent, and decide — with cryptographic proof of every step.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decisions 4-12 agents deliberate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assessment with formal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review multi-agent debate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confidence scoring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War Room mode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AI is the next paradigm after single-model. Enterprises need deliberation, not chatbot answers. First platform with formal dissent tracking and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Multi-Agent AI vs. Single-Model AI</dc:title>
  <dc:subject>Multi-Agent AI vs. Single-Model AI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