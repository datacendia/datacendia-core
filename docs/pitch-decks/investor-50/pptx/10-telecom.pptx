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Telecommunications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Network Operations and Customer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Telecom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 Data Processing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Network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Telecom AI Operates Critical Infrastructure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Network management AI making infrastructure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mandates cybersecurity and incident reporting for telecom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telecom as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Customer service AI making account decisions without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Billing algorithms lack transparency for regulators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network, customer, and compliance decisions — deployed on-premises to keep subscriber data sovereign.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Network optimization with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Customer lifecycle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NIS2 compliance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Infrastructure investment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Telecom is critical infrastructure under NIS2 and EU AI Act. Operators face mandatory AI governance. On-premises deployment keeps subscriber data in-network.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Network Operations and Customer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Telecommunications</dc:title>
  <dc:subject>Telecommunications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