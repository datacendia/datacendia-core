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Telecommunications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Network Operations and Customer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Cybersecurity Directive for Telecom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Requirements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Customer Data Processing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Network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Telecom AI Operates Critical Infrastructure Without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Network management AI making infrastructure decisions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NIS2 mandates cybersecurity and incident reporting for telecom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telecom as critical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Customer service AI making account decisions without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Billing algorithms lack transparency for regulators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network, customer, and compliance decisions — deployed on-premises to keep subscriber data sovereign.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Network optimization with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Customer lifecycle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NIS2 compliance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Fraud detection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Infrastructure investment deliberation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Telecom is critical infrastructure under NIS2 and EU AI Act. Operators face mandatory AI governance. On-premises deployment keeps subscriber data in-network.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Network Operations and Customer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Telecommunications</dc:title>
  <dc:subject>Telecommunications</dc:subject>
  <dc:creator>Datacendia</dc:creator>
  <cp:lastModifiedBy>Datacendia</cp:lastModifiedBy>
  <cp:revision>1</cp:revision>
  <dcterms:created xsi:type="dcterms:W3CDTF">2026-03-17T13:25:20Z</dcterms:created>
  <dcterms:modified xsi:type="dcterms:W3CDTF">2026-03-17T13:25:20Z</dcterms:modified>
</cp:coreProperties>
</file>