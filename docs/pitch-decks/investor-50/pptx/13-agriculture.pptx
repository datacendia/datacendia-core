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9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8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Agriculture &amp; AgTech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Precision Agriculture and Food Safety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1" name="Picture 10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Food Safety AI Oversight Required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FSMA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FDA Food Safety Modernization Act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CAP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EU Common Agricultural Policy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Agricultural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Agricultural AI Affects Food Supply With No Audit Trail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Precision agriculture AI making decisions with no documented reasoning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Food safety AI monitoring without regulatory-grade evidence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FDA FSMA requires documented preventive controls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CAP requires documented decision processes for subsidies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Supply chain traceability needs AI decision lineage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for crop management, food safety, and supply chain — regulatory-compliant evidence for every automated decision.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Crop management auditable decisions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FSMA-compliant evidence for monitoring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Supply chain traceability field-to-consumer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Subsidy compliance documentation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Sustainability reporting evidence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AgTech adopting AI rapidly but faces food safety and subsidy compliance. EU AI Act adds AI-specific governance. Early mover in a vertical with no incumbent.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Precision Agriculture and Food Safety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Agriculture &amp; AgTech</dc:title>
  <dc:subject>Agriculture &amp; AgTech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