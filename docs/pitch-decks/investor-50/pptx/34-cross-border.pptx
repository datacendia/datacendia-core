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Cross-Border Compliance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Multi-Jurisdiction AI Governance for Global Enterprises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in DDGI Framework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Applies Globally to EU-Touching 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Transfer Rules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140+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Countries w/ Sovereignty Laws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Global Enterprises Face Conflicting AI Regulations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applies to any AI affecting EU citizens regardless of HQ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GDPR restricts cross-border transfers with strict adequacy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140+ countries have data sovereignty laws with varying requirements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Multinationals must comply with multiple conflicting regulations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platform helps navigate multi-jurisdiction AI compliance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DDGI framework covers 23 jurisdictions with automated regulatory mapping, jurisdiction-specific evidence, and deployment modes keeping data in-country.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Multi-jurisdiction EU/US/APAC compliance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Data residency jurisdiction-specific deploy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mapping cross-jurisdiction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Evidence export jurisdiction-appropriate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Standards alignment ISO/IEC track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Cross-border AI compliance is unsolved for global enterprises. 23 jurisdictions out of box, growing. DDGI framework (ISO/IEC JTC 1/SC 42 track) is standards-track advantage.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Multi-Jurisdiction AI Governance for Global Enterprises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Cross-Border Compliance</dc:title>
  <dc:subject>Cross-Border Compliance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