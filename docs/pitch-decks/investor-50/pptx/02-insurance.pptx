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Insurance &amp; Reinsurance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Auditable AI for Underwriting, Claims, and Compliance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Solvency II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Model Risk Governance Required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Operational Resilience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Insurance AI = High-Risk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Claims Decision Evidence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Insurance AI Decisions Are Invisible to Regulators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Underwriting algorithms make coverage decisions with no documented reasoning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Claims processing uses AI with no audit trail for denied claims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Solvency II requires model risk governance for all automated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classifies insurance pricing AI as high-risk requiring explainability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Policyholders have no recourse when AI denies claims without explanation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where underwriting, claims, and compliance agents debate every decision — signed evidence packet for every outcome.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Underwriting review with dissent tracking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Claims adjudication with documented reasoning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Solvency II model risk governance evidence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Reinsurance negotiation with full audit trail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Regulatory reporting with one-click export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Solvency II + EU AI Act + DORA create a triple mandate for AI governance in insurance. No incumbent offers what Datacendia builds.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C:\Users\User\datacendia-core\docs\pitch-decks\screenshots\02-council-delibe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C:\Users\User\datacendia-core\docs\pitch-decks\screenshots\05-decis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Auditable AI for Underwriting, Claims, and Compliance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Insurance &amp; Reinsurance</dc:title>
  <dc:subject>Insurance &amp; Reinsurance</dc:subject>
  <dc:creator>Datacendia</dc:creator>
  <cp:lastModifiedBy>Datacendia</cp:lastModifiedBy>
  <cp:revision>1</cp:revision>
  <dcterms:created xsi:type="dcterms:W3CDTF">2026-03-17T13:50:52Z</dcterms:created>
  <dcterms:modified xsi:type="dcterms:W3CDTF">2026-03-17T13:50:52Z</dcterms:modified>
</cp:coreProperties>
</file>