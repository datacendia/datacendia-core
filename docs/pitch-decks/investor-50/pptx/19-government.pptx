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Public Sector &amp; Government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Citizen-Impacting Decisions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EO 14110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AI Safety Executive Order 2023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Public Sector AI = High-Risk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OMB M-24-10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Federal AI Governance Memo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Government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Government AI Affects Citizens Without Accountability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Benefits determination AI making life-impacting decisions with no explainability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classifies government AI affecting citizens as high-risk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EO 14110 mandates AI safety across federal agencies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OMB M-24-10 requires AI governance frameworks for all federal AI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Public trust requires transparency and evidence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FedRAMP-pathway sovereign AI governance — deployed on government infrastructure with full citizen-decision evidence trails.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Benefits administration documented reasoning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enforcement with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Policy analysis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Procurement auditable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Citizen services privacy-compliant evidence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Federal AI governance is mandatory under EO 14110 and OMB M-24-10. Every agency deploying AI needs governance. FedRAMP pathway and sovereign deployment align perfectly.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Citizen-Impacting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Public Sector &amp; Government</dc:title>
  <dc:subject>Public Sector &amp; Government</dc:subject>
  <dc:creator>Datacendia</dc:creator>
  <cp:lastModifiedBy>Datacendia</cp:lastModifiedBy>
  <cp:revision>1</cp:revision>
  <dcterms:created xsi:type="dcterms:W3CDTF">2026-03-17T13:25:20Z</dcterms:created>
  <dcterms:modified xsi:type="dcterms:W3CDTF">2026-03-17T13:25:20Z</dcterms:modified>
</cp:coreProperties>
</file>