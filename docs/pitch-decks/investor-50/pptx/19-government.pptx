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Public Sector &amp; Government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Citizen-Impacting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Sector AI = High-Risk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OMB M-24-10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Federal AI Governance Memo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Government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AI Affects Citizens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Benefits determination AI making life-impacting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government AI affecting citizens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EO 14110 mandates AI safety across federal agencies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OMB M-24-10 requires AI governance frameworks for all federal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Public trust requires transparency and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FedRAMP-pathway sovereign AI governance — deployed on government infrastructure with full citizen-decision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Benefits administration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enforcement with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analysis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Procurement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Citizen services privacy-compliant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Federal AI governance is mandatory under EO 14110 and OMB M-24-10. Every agency deploying AI needs governance. FedRAMP pathway and sovereign deployment align perfectly.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Citizen-Impacting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Public Sector &amp; Government</dc:title>
  <dc:subject>Public Sector &amp; Government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