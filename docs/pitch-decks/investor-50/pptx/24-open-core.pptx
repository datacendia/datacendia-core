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Open-Core Business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Community Edition — Open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90-Day Money-Back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Tier Nation-Scale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Production Quality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Governance Requires Trust — Black Box Vendors Fail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demand transparency into governance platforms themselves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Vendor lock-in unacceptable for sovereign or classified deployments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teams require source code review before deploying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GRC vendors offer closed-source black boxes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builds developer trust and evaluation pipelines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Apache 2.0 community edition for evaluation and audit. Enterprise features (advanced agents, sovereign patterns, premium support) drive commercial revenue.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edition free evaluation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conversion $50K money-back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department-to-company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source code escrow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ISV/SI integrations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26-esc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Open-core is dominant for developer-led enterprise sales (GitLab, HashiCorp, Elastic). Open-source builds trust. Enterprise features drive high-margin SaaS.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Open-Core Business Model</dc:title>
  <dc:subject>Open-Core Business Model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