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-9-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9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8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Banking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Banking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