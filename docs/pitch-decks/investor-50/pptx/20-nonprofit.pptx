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Non-Profit &amp; NGO Governance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Accountability for Mission-Critical Humanitarian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Applies to All Organizations Using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Protection for Beneficiary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Donor Trust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Accountability Required for AI Spending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Humanitarian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NGO AI Decisions Affect Vulnerable Populations Without Oversight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Aid distribution AI making allocation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Donor-funded AI requires accountability and evidence of impact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applies to processing beneficiary personal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applies to all organizations using AI — including non-profits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Humanitarian decisions require transparency for legitimacy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24-persona-fo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Affordable, deployable AI governance ensuring every AI-assisted humanitarian decision has documented reasoning, dissent tracking, and evidence preservation.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Aid allocation documented prioritization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Donor reporting AI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Beneficiary data GDPR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Program evaluation resource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preserved reasoning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NGOs face same regulatory requirements under EU AI Act and GDPR plus unique donor accountability demands. Pilot tier ($50K) makes governance accessible.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Accountability for Mission-Critical Humanitarian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Non-Profit &amp; NGO Governance</dc:title>
  <dc:subject>Non-Profit &amp; NGO Governance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