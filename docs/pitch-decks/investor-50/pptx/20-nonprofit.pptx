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Non-Profit &amp; NGO Governance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AI Accountability for Mission-Critical Humanitarian Decisions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Applies to All Organizations Using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Protection for Beneficiary Data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Donor Trust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Accountability Required for AI Spending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Platforms w/ Humanitarian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NGO AI Decisions Affect Vulnerable Populations Without Oversight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Aid distribution AI making allocation decisions with no documented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Donor-funded AI requires accountability and evidence of impact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GDPR applies to processing beneficiary personal data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applies to all organizations using AI — including non-profits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Humanitarian decisions require transparency for legitimacy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Affordable, deployable AI governance ensuring every AI-assisted humanitarian decision has documented reasoning, dissent tracking, and evidence preservation.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Aid allocation documented prioritization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Donor reporting AI decision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Beneficiary data GDPR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Program evaluation resource allocation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Crisis response preserved reasoning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NGOs face same regulatory requirements under EU AI Act and GDPR plus unique donor accountability demands. Pilot tier ($50K) makes governance accessible.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AI Accountability for Mission-Critical Humanitarian Decisions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Non-Profit &amp; NGO Governance</dc:title>
  <dc:subject>Non-Profit &amp; NGO Governance</dc:subject>
  <dc:creator>Datacendia</dc:creator>
  <cp:lastModifiedBy>Datacendia</cp:lastModifiedBy>
  <cp:revision>1</cp:revision>
  <dcterms:created xsi:type="dcterms:W3CDTF">2026-03-17T13:25:20Z</dcterms:created>
  <dcterms:modified xsi:type="dcterms:W3CDTF">2026-03-17T13:25:20Z</dcterms:modified>
</cp:coreProperties>
</file>