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Manufacturing &amp; Supply Chain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Production, Quality, and Supply Chain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Industrial AI Safety Requirements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ISO 9001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Quality Management Audit Trails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REACH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Chemical Safety Decision Documentation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Supply Chain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Manufacturing AI Lacks Decision Traceability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Production decisions influenced by AI with no documented reasoning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Quality management systems require auditable decision processes (ISO 9001)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applies safety requirements to AI in industrial settings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Supply chain disruptions need rapid, accountable decision-making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Recall investigations have no AI decision lineage to examine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Specialized manufacturing agents (Operations, Quality, Supply Chain, Risk, Finance) deliberate on production and supply chain decisions with full evidence trails.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Production optimization with quality/cost tradeoffs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Supply chain risk analysis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ISO 9001-compliant decision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Recall investigation with decision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Capital investment structured deliberation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Manufacturing is adopting AI rapidly but lacks governance tooling. ISO 9001 already requires auditable decisions. EU AI Act adds AI-specific requirements. First-mover in a massive industrial vertical.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Production, Quality, and Supply Chain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Manufacturing &amp; Supply Chain</dc:title>
  <dc:subject>Manufacturing &amp; Supply Chain</dc:subject>
  <dc:creator>Datacendia</dc:creator>
  <cp:lastModifiedBy>Datacendia</cp:lastModifiedBy>
  <cp:revision>1</cp:revision>
  <dcterms:created xsi:type="dcterms:W3CDTF">2026-03-16T20:40:28Z</dcterms:created>
  <dcterms:modified xsi:type="dcterms:W3CDTF">2026-03-16T20:40:28Z</dcterms:modified>
</cp:coreProperties>
</file>