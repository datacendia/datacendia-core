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Healthcare-Focused Fund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the Highest-Risk Vertical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Healthcare AI = High-Risk (Annex III)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HIPAA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BAA Required for AI Processing PHI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FDA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AI/ML SaMD Oversight Expanding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Clinical AI Governance Platforms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Healthcare AI Is Classified as High-Risk Everywhere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Annex III explicitly classifies healthcare AI as high-risk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HIPAA requires BAA for any AI processing PHI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FDA expanding AI/ML SaMD oversight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Clinical AI recommendations need explainability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Patient safety requires decision audit trails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Specialized clinical agents with HIPAA controls, clinical dissent tracking, and FDA submission-ready evidence trails.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Clinical protocol review multi-agent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HIPAA compliance evidence automation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FDA submission AI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Patient safety decision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Value-based care deliberation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Healthcare-focused funds understand the regulatory burden. Every hospital deploying AI needs governance. Datacendia is the only platform with clinical dissent tracking and HIPAA-native controls.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the Highest-Risk Vertical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Healthcare-Focused Fund</dc:title>
  <dc:subject>Healthcare-Focused Fund</dc:subject>
  <dc:creator>Datacendia</dc:creator>
  <cp:lastModifiedBy>Datacendia</cp:lastModifiedBy>
  <cp:revision>1</cp:revision>
  <dcterms:created xsi:type="dcterms:W3CDTF">2026-03-17T13:50:53Z</dcterms:created>
  <dcterms:modified xsi:type="dcterms:W3CDTF">2026-03-17T13:50:53Z</dcterms:modified>
</cp:coreProperties>
</file>