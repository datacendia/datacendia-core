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Automotive &amp; Mobility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Vehicle AI Safety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UN Vehicle AI Regulation R155/R156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26262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Functional Safety for Vehicles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Vehicle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Automotive AI Decisions Are Safety-Critical But Unaccountable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Vehicle AI systems making safety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automotive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UNECE R155/R156 mandate cybersecurity and software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26262 requires documented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safety, engineering, and regulatory decisions — ISO 26262-compatible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ADAS development safety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Manufacturing quality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sourcing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submission AI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Automotive AI is high-risk under EU AI Act and UNECE regulations. Every OEM deploying AI in vehicles needs governance documentation.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Vehicle Systems and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Automotive &amp; Mobility</dc:title>
  <dc:subject>Automotive &amp; Mobility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