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Automotive &amp; Mobility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Vehicle Systems and Manufacturing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Vehicle AI Safety = High-Risk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UNECE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UN Vehicle AI Regulation R155/R156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26262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Functional Safety for Vehicles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Vehicle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Automotive AI Decisions Are Safety-Critical But Unaccountable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Vehicle AI systems making safety decisions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automotive AI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UNECE R155/R156 mandate cybersecurity and software 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 26262 requires documented decision processes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Recall investigations lack AI decision lineage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safety, engineering, and regulatory decisions — ISO 26262-compatible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ADAS development safety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Manufacturing quality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sourcing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Recall investigation with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submission AI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Automotive AI is high-risk under EU AI Act and UNECE regulations. Every OEM deploying AI in vehicles needs governance documentation.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Vehicle Systems and Manufacturing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Automotive &amp; Mobility</dc:title>
  <dc:subject>Automotive &amp; Mobility</dc:subject>
  <dc:creator>Datacendia</dc:creator>
  <cp:lastModifiedBy>Datacendia</cp:lastModifiedBy>
  <cp:revision>1</cp:revision>
  <dcterms:created xsi:type="dcterms:W3CDTF">2026-03-16T20:40:28Z</dcterms:created>
  <dcterms:modified xsi:type="dcterms:W3CDTF">2026-03-16T20:40:28Z</dcterms:modified>
</cp:coreProperties>
</file>