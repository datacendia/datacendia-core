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RegTech Fund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Creates New Compliance Category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Financial AI Governance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42001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Governance Is RegTech's Biggest New Opportunity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creates an entirely new compliance category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adds AI-specific requirements to financial regulation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ISO 42001 establishes AI management system standards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23 jurisdictions already covered in DDGI framework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existing RegTech company missed AI governance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Purpose-built RegTech for AI governance -- automated evidence generation, multi-jurisdiction compliance, and regulatory change absorption.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 compliance automation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financial AI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Multi-jurisdiction DDGI framework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auto-absorption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evidence one-click export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RegTech funds understand regulatory-driven markets. AI governance is the largest new RegTech category since GDPR. Datacendia is first with production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Is the Largest New RegTech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RegTech Fund</dc:title>
  <dc:subject>RegTech Fund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