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New Compliance Category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Governance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RegTech's Biggest New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creates an entirely new compliance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adds AI-specific requirements to financial regulation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23 jurisdictions already covered in DDGI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existing RegTech company missed AI governance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RegTech for AI governance -- automated evidence generation, multi-jurisdiction compliance, and regulatory change absorption.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DDGI framework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auto-absorption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evidence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RegTech funds understand regulatory-driven markets. AI governance is the largest new RegTech category since GDPR. Datacendia is first with production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RegTech Fund</dc:title>
  <dc:subject>RegTech Fund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