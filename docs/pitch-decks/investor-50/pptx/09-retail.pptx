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8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Retail &amp; E-commerce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Consumer-Facing Decision Systems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GDPR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4% Revenue Penalty for Data Violations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Consumer AI Transparency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CCPA/CPRA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California Consumer Privacy Rights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Retail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Retail AI Affects Consumers Without Transparency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Pricing algorithms make consumer-impacting decisions with no explainability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GDPR Art. 22 gives consumers right to explanation of automated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requires transparency for AI interacting with consumers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CCPA/CPRA mandates disclosure of automated decision-making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Recommendation engines lack accountability frameworks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Auditable AI decision-making for pricing, personalization, and supply chain — GDPR-compliant evidence for every consumer-impacting decision.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Dynamic pricing with documented rationale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Personalization with explainability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Supply chain multi-agent analysis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Fraud detection decision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GDPR compliance for data subject requests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GDPR Art. 22 already requires explanation for automated decisions. EU AI Act adds transparency mandates. Every retailer using AI needs governance tooling.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Consumer-Facing Decision Systems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Retail &amp; E-commerce</dc:title>
  <dc:subject>Retail &amp; E-commerce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