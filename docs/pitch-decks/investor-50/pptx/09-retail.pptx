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Retail &amp; E-commerce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Penalty for Data Violations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Consumer AI Transparency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CCPA/CPRA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California Consumer Privacy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Retail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Retail AI Affects Consumers Without Transparency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Pricing algorithms make consumer-impacting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22 gives consumers right to explanation of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transparency for AI interacting with consumers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CCPA/CPRA mandates disclosure of automated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Recommendation engines lack accountability frameworks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pricing, personalization, and supply chain — GDPR-compliant evidence for every consumer-impacting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Dynamic pricing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Personalization with explainability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multi-agent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compliance for data subject requests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GDPR Art. 22 already requires explanation for automated decisions. EU AI Act adds transparency mandates. Every retailer using AI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Retail &amp; E-commerce</dc:title>
  <dc:subject>Retail &amp; E-commerce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