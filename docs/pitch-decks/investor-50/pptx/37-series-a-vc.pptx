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Institutional VC -- Series A Ready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Building the Category Leader in AI Decision Governance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Aug 2025 Mandatory Compliance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Financial AI Mandate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Category Incumbents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Tests Production Ready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Category Creation With Regulatory Tailwind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governance is new mandatory category (EU AI Act, DORA, EO 14110)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incumbent owns this category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Enforcement begins 2025 -- timing creates urgency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205K+ tests demonstrate 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Open-core Apache 2.0 creates trust pipeline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Building the category leader in AI Decision Governance. Pre-seed proves GTM, Series A scales.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Pre-seed: first 10 customers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Series A: 50 customers $5M ARR target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Category leadership market narrative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Platform ecosystem ISV/SI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International expansion EU first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Category-creating investments generate highest VC returns. AI governance is next mandatory enterprise category. First with production platform.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Building the Category Leader in AI Decision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Institutional VC -- Series A Ready</dc:title>
  <dc:subject>Institutional VC -- Series A Ready</dc:subject>
  <dc:creator>Datacendia</dc:creator>
  <cp:lastModifiedBy>Datacendia</cp:lastModifiedBy>
  <cp:revision>1</cp:revision>
  <dcterms:created xsi:type="dcterms:W3CDTF">2026-03-16T20:40:28Z</dcterms:created>
  <dcterms:modified xsi:type="dcterms:W3CDTF">2026-03-16T20:40:28Z</dcterms:modified>
</cp:coreProperties>
</file>