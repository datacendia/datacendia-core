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Institutional VC -- Series A Ready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Building the Category Leader in AI Decision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Mandatory Compliance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Financial AI Mandate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Category Incumbents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Tests Production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 Creation With Regulatory Tailwind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governance is new mandatory category (EU AI Act, DORA, EO 14110)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incumbent owns this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Enforcement begins 2025 -- timing creates urgency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205K+ tests demonstrate 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Open-core Apache 2.0 creates trust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Building the category leader in AI Decision Governance. Pre-seed proves GTM, Series A scales.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Pre-seed: first 10 customers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Series A: 50 customers $5M ARR target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Category leadership market narrative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ecosystem ISV/SI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International expansion EU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Category-creating investments generate highest VC returns. AI governance is next mandatory enterprise category. First with production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Building the Category Leader in AI Decision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Institutional VC -- Series A Ready</dc:title>
  <dc:subject>Institutional VC -- Series A Ready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