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Aerospace &amp; Aviation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Aircraft Systems, MRO, and Certification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EASA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Aviation AI Governance Framework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FAA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Aviation AI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DO-178C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Software Assurance for Airborne Systems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Aviation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Aviation AI Faces the Strictest Safety Standards — With No Governance Tooling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Aircraft systems using AI/ML with no governance framework for certification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EASA developing AI governance requirements for aviation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FAA requires DO-178C compliance for airborne software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MRO decisions influenced by AI predictive maintenance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Supply chain decisions for safety-critical parts lack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engineering, safety, and certification — DO-178C-aligned evidence with cryptographic integrity.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MRO optimization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safety-critical sourcing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Certification support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Design review with engineering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Flight operations documented reasoning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Aviation is the most safety-critical vertical. EASA and FAA developing AI requirements. First platform with governance tooling for aerospace captures a high-value market.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Aircraft Systems, MRO, and Certification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Aerospace &amp; Aviation</dc:title>
  <dc:subject>Aerospace &amp; Aviation</dc:subject>
  <dc:creator>Datacendia</dc:creator>
  <cp:lastModifiedBy>Datacendia</cp:lastModifiedBy>
  <cp:revision>1</cp:revision>
  <dcterms:created xsi:type="dcterms:W3CDTF">2026-03-17T13:50:53Z</dcterms:created>
  <dcterms:modified xsi:type="dcterms:W3CDTF">2026-03-17T13:50:53Z</dcterms:modified>
</cp:coreProperties>
</file>