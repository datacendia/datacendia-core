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Aerospace &amp; Aviation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AI Governance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Aviation AI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DO-178C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Software Assurance for Airborne Systems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Aviation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Aviation AI Faces the Strictest Safety Standards — With No Governance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Aircraft systems using AI/ML with no governance framework for certification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governance requirements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FAA requires DO-178C compliance for airborne software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MRO decisions influenced by AI predictive maintenance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decisions for safety-critical parts lack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engineering, safety, and certification — DO-178C-aligned evidence with cryptographic integrity.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MRO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safety-critical sourcing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Certification support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Design review with engineering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Flight operations documented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Aviation is the most safety-critical vertical. EASA and FAA developing AI requirements. First platform with governance tooling for aerospace captures a high-value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Aerospace &amp; Aviation</dc:title>
  <dc:subject>Aerospace &amp; Aviation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