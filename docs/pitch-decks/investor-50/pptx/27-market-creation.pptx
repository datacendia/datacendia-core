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Governance Market Creation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Creating a New Category — Not Competing in an Existing 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Legal Mandate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Financial Mandate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US Federal Mandate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Existing Category Leaders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a New Category — No Incumbent Owns 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GRC platforms handle compliance workflow — not AI decision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providers deliver models — not governance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Data platforms handle data — not decision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Act, DORA, EO 14110 create a new mandatory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First mover in mandatory category captures disproportionate value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Decision Crisis Immunization Infrastructure — at the intersection of AI, compliance, and enterprise decisions. Complements existing vendors, doesn't compete.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GRC with evidence generation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AI providers with governance layer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data platforms with decision layer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New regulatory budget not reallocation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ecosystem ISVs and SIs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Category creation is the highest-return pattern. Salesforce created CRM, ServiceNow created ITSM. Datacendia creates AI Decision Governance — mandated by law.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Creating a New Category — Not Competing in an Existing 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 Governance Market Creation</dc:title>
  <dc:subject>AI Governance Market Creation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