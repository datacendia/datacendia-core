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 Governance Market Creation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Creating a New Category — Not Competing in an Existing One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Creates Legal Mandate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Creates Financial Mandate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EO 14110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Creates US Federal Mandate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Existing Category Leaders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 Governance Is a New Category — No Incumbent Owns It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GRC platforms handle compliance workflow — not AI decision evidence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providers deliver models — not governance infrastructure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Data platforms handle data — not decision 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Act, DORA, EO 14110 create a new mandatory category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First mover in mandatory category captures disproportionate value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Decision Crisis Immunization Infrastructure — at the intersection of AI, compliance, and enterprise decisions. Complements existing vendors, doesn't compete.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Complements GRC with evidence generation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Complements AI providers with governance layer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Complements data platforms with decision layer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New regulatory budget not reallocation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Platform ecosystem ISVs and 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Category creation is the highest-return pattern. Salesforce created CRM, ServiceNow created ITSM. Datacendia creates AI Decision Governance — mandated by law.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Creating a New Category — Not Competing in an Existing One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AI Governance Market Creation</dc:title>
  <dc:subject>AI Governance Market Creation</dc:subject>
  <dc:creator>Datacendia</dc:creator>
  <cp:lastModifiedBy>Datacendia</cp:lastModifiedBy>
  <cp:revision>1</cp:revision>
  <dcterms:created xsi:type="dcterms:W3CDTF">2026-03-17T13:25:21Z</dcterms:created>
  <dcterms:modified xsi:type="dcterms:W3CDTF">2026-03-17T13:25:21Z</dcterms:modified>
</cp:coreProperties>
</file>