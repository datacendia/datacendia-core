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Regulatory Tailwind Thesis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2025-2027 Is the Inflection Point for AI Governance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Jan 2025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DORA Enforcement Begins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Aug 2025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 AI Act Enforcement Begins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2026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SOC 2 / ISO AI Extensions Expected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2027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EU AI Act High-Risk Required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 Regulatory Wave Is Building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enforcement started Jan 2025 — financial AI governance mandatory NOW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enforcement begins Aug 2025 — high-risk AI must comply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Full high-risk compliance required by Aug 2027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SOC 2 and ISO 27001 expected to add AI-specific controls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major regulation 2025-2027 creates new demand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Built and production-ready before the wave. 205K+ tests, 156 endpoints, live platform. While competitors build, Datacendia is selling.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2025 DORA compliance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2025 EU AI Act early compliance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2026 SOC 2/ISO AI controls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2027 Full high-risk deadline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Ongoing regulatory absorb automation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Timing is perfect. DORA effective NOW. EU AI Act Aug 2025. 2+ year head start on any competitor. This is a timing-driven investment.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2025-2027 Is the Inflection Point for AI Governance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Regulatory Tailwind Thesis</dc:title>
  <dc:subject>Regulatory Tailwind Thesis</dc:subject>
  <dc:creator>Datacendia</dc:creator>
  <cp:lastModifiedBy>Datacendia</cp:lastModifiedBy>
  <cp:revision>1</cp:revision>
  <dcterms:created xsi:type="dcterms:W3CDTF">2026-03-16T20:40:28Z</dcterms:created>
  <dcterms:modified xsi:type="dcterms:W3CDTF">2026-03-16T20:40:28Z</dcterms:modified>
</cp:coreProperties>
</file>