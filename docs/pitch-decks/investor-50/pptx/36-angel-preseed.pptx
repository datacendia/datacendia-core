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Pre-Seed / Angel Overview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Why Datacendia Is a Compelling Pre-Seed Investment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$1.5M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Raise at $7M Pre-Money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 -- Built Not Planned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Entry Revenue Ready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NVIDIA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Inception Member Validated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Engineering Risk Is Already Resolved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205K+ passing tests -- production platform not concept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156 validated API endpoints -- enterprise-grade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Live platform at app.datacendia.com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2 warm enterprise intros (financial institution, Big 4)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$1.5M to execute GTM. Product is built. Engineering risk resolved. This is a go-to-market investment.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GTM hiring sales and partnerships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SOC 2 Type II certification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First enterprise pilot conversions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Cloud marketplace listings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Partner channel development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Most pre-seed funds engineering risk. Datacendia eliminated that with 205K+ tests and live platform. Pure GTM execution risk -- lowest-risk pre-seed profile.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Why Datacendia Is a Compelling Pre-Seed Investment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Pre-Seed / Angel Overview</dc:title>
  <dc:subject>Pre-Seed / Angel Overview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