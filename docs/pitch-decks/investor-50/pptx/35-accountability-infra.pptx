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Accountability as Infrastructure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Every Enterprise Using AI Needs an Accountability Layer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Mandatory Accountability for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Standard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Risk Management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w/ Full AI Accountability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Accountability Is Becoming Infrastructure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Security became infrastructure (firewalls, SIEM) -- AI accountability is next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makes accountability a legal requirement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 42001 establishes AI management system standards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provides US federal guidance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AI deployment needs an accountability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Accountability infrastructure layer for enterprise AI -- sits between models and decisions, generating evidence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Accountability layer for any LLM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infrastructure for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Audit infrastructure for auditors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Risk infrastructure for ERM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Standards alignment ISO 42001 / NIST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Just as every enterprise bought firewalls, every enterprise deploying AI will buy accountability infrastructure. Datacendia builds this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Every Enterprise Using AI Needs an Accountability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 Accountability as Infrastructure</dc:title>
  <dc:subject>AI Accountability as Infrastructure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