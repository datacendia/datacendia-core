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Effective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All EU Financial Entities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Art. 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ICT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DORA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DORA Requires AI Operational Resilience — Banks Aren't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became effective January 2025 for all EU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Art. 6 requires ICT risk management frameworks covering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Must document, test, and evidence AI operational resilience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Third-party AI providers subject to oversight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generates DORA-compliant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Cryptographic evidence of every AI decision meeting DORA requirements for ICT risk management, incident reporting, and operational resilience.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ICT risk management Art. 6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reporting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Third-party AI vendor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resilience testing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Supervisory reporting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is effective NOW (Jan 2025). Every EU bank, insurer, and financial entity must comply. Immediate urgent demand. Only solution purpose-built for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DORA Financial Resilience</dc:title>
  <dc:subject>DORA Financial Resilience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