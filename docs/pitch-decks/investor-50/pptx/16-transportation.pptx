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Transportation &amp; Logistics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Fleet, Routing, and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Transport AI = Safety Component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Safety Agency AI Rules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Maritime AI Governance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Logistics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Transportation AI Makes Safety-Critical Decisions Without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Fleet management AI optimizing routes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treats transport AI as safety component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regulations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Maritime AI subject to IMO governance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Accident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fleet, routing, and safety — deployed on-premises for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Fleet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management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Maintenance planning lifecycle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investigation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Transportation AI is a safety component under EU AI Act. Aviation, maritime, and ground transport face new requirements. On-premises model fits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Fleet, Routing, and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Transportation &amp; Logistics</dc:title>
  <dc:subject>Transportation &amp; Logistics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