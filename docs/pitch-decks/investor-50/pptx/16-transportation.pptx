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Transportation &amp; Logistics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Fleet, Routing, and Safety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Transport AI = Safety Component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EASA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EU Aviation Safety Agency AI Rules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IMO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Maritime AI Governance Standards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Logistics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Transportation AI Makes Safety-Critical Decisions Without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Fleet management AI optimizing routes with no audit trail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treats transport AI as safety component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EASA developing AI regulations for aviation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Maritime AI subject to IMO governance standards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Accident investigations lack AI decision lineage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for fleet, routing, and safety — deployed on-premises for operational security.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Fleet optimization auditable decisions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Safety management documented reasoning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Maintenance planning lifecycle decisions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Incident investigation decision replay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compliance evidence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Transportation AI is a safety component under EU AI Act. Aviation, maritime, and ground transport face new requirements. On-premises model fits operational security.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C:\Users\User\datacendia-core\docs\pitch-decks\screenshots\02-council-delibe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ellipse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C:\Users\User\datacendia-core\docs\pitch-decks\screenshots\05-decis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ellipse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Fleet, Routing, and Safety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Transportation &amp; Logistics</dc:title>
  <dc:subject>Transportation &amp; Logistics</dc:subject>
  <dc:creator>Datacendia</dc:creator>
  <cp:lastModifiedBy>Datacendia</cp:lastModifiedBy>
  <cp:revision>1</cp:revision>
  <dcterms:created xsi:type="dcterms:W3CDTF">2026-03-17T13:25:20Z</dcterms:created>
  <dcterms:modified xsi:type="dcterms:W3CDTF">2026-03-17T13:25:20Z</dcterms:modified>
</cp:coreProperties>
</file>