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9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Media &amp; Entertainment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Content, Recommendation, and Rights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Content Recommendation Transparency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DSA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Digital Services Act Requirements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Profiling and Automated Decision Rights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Content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Media AI Curates Information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Content recommendation AI shaping public discourse with no transparency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Digital Services Act requires algorithmic transparency for platforms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mandates disclosure when users interact with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gives users rights regarding profiling and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Rights management AI making licensing decisions with no audit trail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Auditable AI decision-making for content curation, recommendation, and rights management — DSA-compliant transparency reports.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Content moderation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Recommendation engine DSA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Rights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 targeting GDPR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Editorial decisions with documented rationale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DSA and EU AI Act create mandatory transparency for algorithmic content decisions. Every media platform needs governance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Content, Recommendation, and Rights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Media &amp; Entertainment</dc:title>
  <dc:subject>Media &amp; Entertainment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