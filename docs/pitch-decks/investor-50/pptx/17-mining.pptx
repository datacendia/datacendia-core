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Mining &amp; Natural Resources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Extraction, Safety, and Environmental Decisions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Environmental Impact AI Governance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TCFD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Climate Disclosure for AI Decisions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ICMM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Mining Council Safety Standards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Mining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Mining AI Has Environmental and Safety Consequences Without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Extraction planning AI making environmental decisions with no documentation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Worker safety AI with no auditable decision process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TCFD climate disclosure requires documented decision rationale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ICMM safety standards demand traceable decision processes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Community impact decisions with no accountability framework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extraction, safety, and environmental decisions — on-premises at remote sites with air-gapped capability.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Extraction planning with environmental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Worker safety operational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Environmental monitoring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TCFD reporting decision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Community impact assessments with dissent tracking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Mining faces ESG disclosure (TCFD) and safety mandates. AI governance evidence supports both. Air-gapped deployment works at remote sites.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Extraction, Safety, and Environmental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Mining &amp; Natural Resources</dc:title>
  <dc:subject>Mining &amp; Natural Resources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