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Climate / ESG Crossover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Decision Evidence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CSRD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Corporate Sustainability Reporting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SFDR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Sustainable Finance Disclosure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ESG Reporting Requires Auditable AI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requires documented climate-related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CSRD mandates corporate sustainability reporting with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SFDR requires sustainable finance disclosure for investment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environmental impact assessment for high-risk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ESG ratings increasingly scrutinize AI governance practices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sustainability, investment, and risk decisions -- generating TCFD, CSRD, and SFDR-compliant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climate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CSRD sustainability reporting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SFDR investment decision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impact AI assessment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ESG governance transparency reports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ESG/climate funds understand reporting mandates. TCFD, CSRD, and SFDR all require documented decision evidence. Datacendia generates this evidence automatically for AI-assisted decisions.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Sustainable and Responsible Investment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Climate / ESG Crossover Fund</dc:title>
  <dc:subject>Climate / ESG Crossover Fund</dc:subject>
  <dc:creator>Datacendia</dc:creator>
  <cp:lastModifiedBy>Datacendia</cp:lastModifiedBy>
  <cp:revision>1</cp:revision>
  <dcterms:created xsi:type="dcterms:W3CDTF">2026-03-17T14:11:50Z</dcterms:created>
  <dcterms:modified xsi:type="dcterms:W3CDTF">2026-03-17T14:11:50Z</dcterms:modified>
</cp:coreProperties>
</file>