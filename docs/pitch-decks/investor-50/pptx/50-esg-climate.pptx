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8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Climate / ESG Crossover Fund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Sustainable and Responsible Investment Decisions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TCFD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Climate Disclosure Decision Evidence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CSRD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 Corporate Sustainability Reporting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SFDR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Sustainable Finance Disclosure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Environmental Impact Assessment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8" name="Picture 17" descr="14-carbon-aw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ESG Reporting Requires Auditable AI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TCFD requires documented climate-related decision processes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CSRD mandates corporate sustainability reporting with evidence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SFDR requires sustainable finance disclosure for investment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environmental impact assessment for high-risk AI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ESG ratings increasingly scrutinize AI governance practices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8" name="Picture 7" descr="14-carbon-aw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sustainability, investment, and risk decisions -- generating TCFD, CSRD, and SFDR-compliant evidence trails.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TCFD climate decision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CSRD sustainability reporting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SFDR investment decision documentation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Environmental impact AI assessment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ESG governance transparency reports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ESG/climate funds understand reporting mandates. TCFD, CSRD, and SFDR all require documented decision evidence. Datacendia generates this evidence automatically for AI-assisted decisions.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14-carbon-aw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Sustainable and Responsible Investment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Climate / ESG Crossover Fund</dc:title>
  <dc:subject>Climate / ESG Crossover Fund</dc:subject>
  <dc:creator>Datacendia</dc:creator>
  <cp:lastModifiedBy>Datacendia</cp:lastModifiedBy>
  <cp:revision>1</cp:revision>
  <dcterms:created xsi:type="dcterms:W3CDTF">2026-03-17T14:11:50Z</dcterms:created>
  <dcterms:modified xsi:type="dcterms:W3CDTF">2026-03-17T14:11:50Z</dcterms:modified>
</cp:coreProperties>
</file>