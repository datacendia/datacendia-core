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Air-Gapped &amp; Classified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Premium Market Segment With Zero Competition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Classified Environments Need AI But Cannot Use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Defense, intelligence, and critical infrastructure on isolated networks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runs fully air-gapped with hardware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prohibits any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IL4/IL5 require specific deployment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These buyers pay premium prices for certified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Fully air-gapped with TPM 2.0, Portable USB, QR Air-Gap Bridge, Data Diode, customer-owned HSM/KMS.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zero connectivity full function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secure media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QR Air-Gap Bridge optical 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Diode one-way 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verification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Air-gapped/classified is premium with zero competition. Largest budgets and longest contracts. 11 sovereign patterns make Datacendia the only option.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Premium Market Segment With Zero Competition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Air-Gapped &amp; Classified Markets</dc:title>
  <dc:subject>Air-Gapped &amp; Classified Markets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