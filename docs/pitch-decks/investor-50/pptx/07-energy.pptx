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Energy &amp; Utilities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Critical Infrastructure Decision-Making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NERC CIP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Protection Standards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= High-Risk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Cybersecurity Directive for Energy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Grid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Energy AI Decisions Affect Millions — With Zero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Grid management AI making load-shedding decisions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NERC CIP standards require documented decision processes for critical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energy AI as high-risk requiring human 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NIS2 Directive mandates cybersecurity and operational resilience for energy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Renewable integration decisions using AI with no documented rationale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On-premises or air-gapped deployment with specialized agents for grid operations, regulatory compliance, risk, and sustainability.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Grid optimization with documented rationale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Renewable integration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NERC CIP evidence generation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Asset lifecycle investment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Emergency response with dissent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Critical infrastructure is explicitly high-risk under EU AI Act. Energy companies must demonstrate AI accountability. Sovereign deployment means data never leaves utility networks.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Critical Infrastructure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Energy &amp; Utilities</dc:title>
  <dc:subject>Energy &amp; Utilities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