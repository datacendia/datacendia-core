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&amp; Utilities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Critical Infrastructure Decision-Making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NERC CIP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Protection Standards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= High-Risk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Cybersecurity Directive for Energy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Grid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Energy AI Decisions Affect Millions — With Zero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Grid management AI making load-shedding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NERC CIP standards require documented decision processes for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energy AI as high-risk requiring human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Directive mandates cybersecurity and operational resilience for energy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Renewable integration decisions using AI with no documented rationale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On-premises or air-gapped deployment with specialized agents for grid operations, regulatory compliance, risk, and sustainability.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Grid optimization with documented rationale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Renewable integration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NERC CIP evidence generation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Asset lifecycle investment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Emergency response with dissent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Critical infrastructure is explicitly high-risk under EU AI Act. Energy companies must demonstrate AI accountability. Sovereign deployment means data never leaves utility networks.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Critical Infrastructure Decision-Making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Energy &amp; Utilities</dc:title>
  <dc:subject>Energy &amp; Utilities</dc:subject>
  <dc:creator>Datacendia</dc:creator>
  <cp:lastModifiedBy>Datacendia</cp:lastModifiedBy>
  <cp:revision>1</cp:revision>
  <dcterms:created xsi:type="dcterms:W3CDTF">2026-03-17T13:25:20Z</dcterms:created>
  <dcterms:modified xsi:type="dcterms:W3CDTF">2026-03-17T13:25:20Z</dcterms:modified>
</cp:coreProperties>
</file>