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&amp; Utilities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NERC CIP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Protection Standards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Energy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Grid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AI Decisions Affect Millions — With Zero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Grid management AI making load-shedding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NERC CIP standards require documented decision processes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energy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Directive mandates cybersecurity and operational resilience for energy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Renewable integration decisions using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On-premises or air-gapped deployment with specialized agents for grid operations, regulatory compliance, risk, and sustainability.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Grid optimization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Renewable integration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NERC CIP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Asset lifecycle investment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response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14-carbon-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Critical infrastructure is explicitly high-risk under EU AI Act. Energy companies must demonstrate AI accountability. Sovereign deployment means data never leaves utility networks.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Energy &amp; Utilities</dc:title>
  <dc:subject>Energy &amp; Utilities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