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Enterprise SaaS Unit Economics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High-Margin SaaS with Regulatory Tailwind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Point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Contract Value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85%+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Gross Margin Target (SaaS)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90 days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Pilot-to-Foundation Conversion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Structurally Superior Economics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 means buyers MUST purchase — not optional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Compliance spend is non-discretionary — resistant to budget cuts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Land $50K pilot, expand to $500K+ enterprise, scale to $1.5M+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Sovereign deployments command premium pricing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Platform stickiness: switching governance is high-risk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85%+ gross margin target with land-and-expand from $50K pilots to $1.5M+ strategic. Regulatory mandate creates non-discretionary budget.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$50K single problem 90 days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Foundation $150K-$500K department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$500K-$1.5M company-wide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$1.5M+ multi-division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Add-on custom agents and services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Best-in-class enterprise SaaS: high margins, low churn (regulatory mandate), strong expansion, premium pricing for sovereign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High-Margin SaaS with Regulatory Tailwind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Enterprise SaaS Unit Economics</dc:title>
  <dc:subject>Enterprise SaaS Unit Economics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