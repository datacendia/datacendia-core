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8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AI Act Compliance Opportunity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The World's First AI Law Creates a Massive Governance Market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Aug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AI Act Enforcement Begins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Penalty — Art. 99(3)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Of Global Revenue — Alt. Penalty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Incumbents w/ Full Compliance Tooling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EU AI Act Is Law — No One Is Ready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entered into force Aug 2024, enforcement begins Aug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Penalties up to €35M or 7% of global revenue (Art. 99)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All organizations deploying AI in the EU must comply regardless of HQ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High-risk AI requires documentation, human oversight, and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incumbent GRC platform provides AI-specific governance tooling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Purpose-built for EU AI Act: multi-agent deliberation with cryptographic evidence addresses Articles 9, 11, 13, and 14.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9 — Risk management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11 — Technical documentation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13 — Transparency reports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14 — Human oversight with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Art. 72 — Post-market monitoring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AI Act creates the largest new compliance mandate since GDPR. Every organization deploying AI in the EU needs governance tooling. First to market with complete solution.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The World's First AI Law Creates a Massive Governance Market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EU AI Act Compliance Opportunity</dc:title>
  <dc:subject>EU AI Act Compliance Opportunity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