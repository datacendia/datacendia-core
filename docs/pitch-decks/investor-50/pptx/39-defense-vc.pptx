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8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Government / Defense VC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Sovereign AI Governance for National Security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EO 14110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AI Safety Executive Order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ITAR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 Control Compliant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$1.8B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DoD AI Budget FY2025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Air-Gapped AI Governance Competitors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8" name="Picture 17" descr="31-sovere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Defense Needs Sovereign AI Governance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DoD AI budget is $1.8B for FY2025 (Pentagon Budget Request)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EO 14110 mandates AI safety across federal agencies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AI platform runs air-gapped with hardware-rooted trust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ITAR compliance required for defense AI applications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Intelligence community needs structured deliberation with evidence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Only AI governance platform with full air-gap deployment, TPM 2.0, ITAR compliance, and FedRAMP pathway. Built for classified environments.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Air-gapped deployment for SCIF environments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ITAR-compliant evidence preservation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FedRAMP pathway for civilian agencies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TPM attestation hardware trust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Portable USB for field deployment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31-sovere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Defense/IC is the highest-value AI governance market. Premium pricing, longest contracts, zero competition for air-gapped solutions. $1.8B DoD AI budget (verified FY2025).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31-sovere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Sovereign AI Governance for National Security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Government / Defense VC</dc:title>
  <dc:subject>Government / Defense VC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