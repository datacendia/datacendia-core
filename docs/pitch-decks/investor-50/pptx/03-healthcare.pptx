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 Systems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 Tracking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with no explainability for physicians or patients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access logs and evidence — most AI provides neither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healthcare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oversight of AI/ML Software as a Medical Device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incidents with no decision lineage to investigate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(CMIO, Patient Safety, Compliance, Operations) deliberate on healthcare decisions with full HIPAA-compliant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against safety and regulatory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for AI-assisted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review with full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balancing quality and financials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CMS/FDA guidance mapped across operations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 AI is high-risk under EU AI Act Annex III. Every hospital deploying AI needs governance. Purpose-built with HIPAA controls and clinical dissent tracking.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 Systems</dc:title>
  <dc:subject>Healthcare Systems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