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Cybersecurity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Ed25519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Cryptographic Decision Signing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 Security Module Support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Copies Made (Zero-Copy)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Security Patterns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Creates a New Attack Surface -- Governance Is Defense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decisions are a new attack vector -- adversarial inputs, prompt injection, model poisoning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security tool provides AI decision integrity verification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Cryptographic signing creates tamper-evident decision records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TPM 2.0 provides hardware-rooted trust for AI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Zero-copy architecture eliminates data exfiltration surface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provides AI decision integrity -- cryptographic evidence that decisions have not been tampered with, signed with customer-owned keys on customer infrastructure.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integrity verification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Tamper-evident audit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Hardware-rooted trust attestation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protection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security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Cybersecurity funds see the next threat surface. AI governance is defensive infrastructure. Cryptographic evidence, TPM attestation, and zero-copy create a security-first platform.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Next Layer of Enterprise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Cybersecurity Fund</dc:title>
  <dc:subject>Cybersecurity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