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Family Office -- Long-Term Value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Patient Capital for Category-Defining Infrastructure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Infrastructure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Category-Defining Platform Play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Regulatory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Mandatory Demand 2025-2027+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Government and Defense Markets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Open-Core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Apache 2.0 Trust Pipeline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Governance Is a Generational Infrastructure Opportunity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Like cybersecurity in 2005, AI governance is early but inevitable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Regulatory mandates (EU AI Act, DORA) guarantee growing demand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Category creation opportunities reward patient capital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Open-core model builds durable competitive moat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Government/defense markets provide stable, long-term revenue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is building foundational infrastructure for AI accountability. Patient capital allows focus on category leadership rather than premature scaling.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Long-term category building over 5-10 years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Government contracts provide revenue stability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community builds organic moat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expansion adds new verticals each year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Platform economics create compounding value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Family offices excel at patient, conviction-driven bets on infrastructure. AI governance is as inevitable as cybersecurity was 20 years ago. Regulatory mandate guarantees the market.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Patient Capital for Category-Defining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Family Office -- Long-Term Value</dc:title>
  <dc:subject>Family Office -- Long-Term Value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