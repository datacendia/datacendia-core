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Regulatory Change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Regulatory Change Management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Regulatory Change Management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regulatory change management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Regulatory Change Management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Regulatory Change Management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