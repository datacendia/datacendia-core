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Cross-Border Trade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Trade Compliance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Cross-Border Trade Compliance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cross-border trade compliance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Cross-Border Trade Compliance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Cross-Border Trade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