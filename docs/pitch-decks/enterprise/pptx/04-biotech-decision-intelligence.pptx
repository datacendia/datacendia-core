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Biotech Decision Intelligence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Biotech Decision Intelligence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Biotech Decision Intelligence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biotech decision intelligence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or operational review with preserved dissent and approvals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patient, quality, or compliance workflows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change review before frontline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replay and stakeholder reporting from one decision record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Biotech Decision Intelligence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Biotech Decision Intelligence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