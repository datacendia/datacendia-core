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Election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Election Security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Election Security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election security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and program review with structured multi-agent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High-scrutiny exceptions escalated with accountable approvals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workflow review before operational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Committee, board, or ministerial reporting with exportable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Election Security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Election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