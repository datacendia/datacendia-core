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Banking Compliance Platform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Banking Compliance Platform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Banking Compliance Platform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banking compliance platform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Banking Compliance Platform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Banking Compliance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