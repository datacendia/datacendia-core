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E-Commerce Fraud Prevention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E-Commerce Fraud Prevention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E-Commerce Fraud Prevention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e-commerce fraud prevention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E-Commerce Fraud Prevention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E-Commerce Fraud Prevention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