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Tax Compliance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Tax Compliance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Tax Compliance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tax compliance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high-risk workflows with replayable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Model and workflow change review before production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and regulator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Tax Compliance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Tax Compliance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