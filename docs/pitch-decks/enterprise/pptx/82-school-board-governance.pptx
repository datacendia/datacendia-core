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School Board Governance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School Board Governance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School Board Governance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school board governance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Policy and program review with structured multi-agent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High-scrutiny exceptions escalated with accountable approvals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workflow review before operational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Committee, board, or ministerial reporting with exportable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School Board Governance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School Board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