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/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Accountable AI workflows for Insurance Claims AI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Evidence Infrastructure for AI Systems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AI ADOPTION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Insurance Claims AI workflows are moving from pilot to production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ACCOUNTABILITY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Leaders need replayable evidence for every material decision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EXECUTION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Operations need challenge, approval, and audit — not black boxes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Platforms built around decision evidence by design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Organizations use AI in Insurance Claims AI without decision evidence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Teams automate recommendations, approvals, or exception handling with limited traceability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ADOPTION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ACCOUNTABILITY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EXECUTION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The result: slower adoption, higher exposure, and no clean audit trail for high-stakes decisions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Multi-agent deliberation with cryptographic evidence for every insurance claims ai decision — review-ready before the committee, customer, or regulator asks.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Committee review with preserved dissent and approval history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Exception handling for high-risk workflows with replayable evidence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AI ADOPTION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Model and workflow change review before production rollout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Board, audit, and regulator reporting with exportable decision packets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THIS USE CASE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Insurance Claims AI Matters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AI ADOPTION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data infrastructure and decision workflows required for regulated, high-stakes AI deployments at institutional scale.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Accountable AI workflows for Insurance Claims AI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Banking &amp; Capital Markets</dc:title>
  <dc:subject>Banking &amp; Capital Markets</dc:subject>
  <dc:creator>Datacendia</dc:creator>
  <cp:lastModifiedBy>Datacendia</cp:lastModifiedBy>
  <cp:revision>1</cp:revision>
  <dcterms:created xsi:type="dcterms:W3CDTF">2026-03-17T14:11:48Z</dcterms:created>
  <dcterms:modified xsi:type="dcterms:W3CDTF">2026-03-17T14:11:48Z</dcterms:modified>
</cp:coreProperties>
</file>