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Product Safety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 Safety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Product Safety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product safety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Product Safety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Product Safety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