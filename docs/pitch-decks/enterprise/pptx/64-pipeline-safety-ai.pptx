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Pipeline Safety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Pipeline Safety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Pipeline Safety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pipeline safety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Pipeline Safety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Pipeline Safety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