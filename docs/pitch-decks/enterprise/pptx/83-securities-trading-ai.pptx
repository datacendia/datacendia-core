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Securities Trading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Securities Trading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Securities Trading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securities trading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Securities Trading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Securities Trading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