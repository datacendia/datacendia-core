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Identity Verification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Identity Verification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Identity Verification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identity verification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Security and risk review with preserved reasoning and approvals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for controls, alerts, and policy breaches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Model and workflow governance before production release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regulator, and customer reporting with exportable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Identity Verification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Identity Verification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