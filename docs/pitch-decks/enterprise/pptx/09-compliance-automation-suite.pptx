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Compliance Automation Suite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Compliance Automation Suite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Compliance Automation Suite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compliance automation suite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with role-based escalation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or workflow change review before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or operator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Compliance Automation Suite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Compliance Automation Suite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