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Board Governance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Board Governance Automation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Board Governance Automation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board governance automation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Board Governance Automation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Board Governance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