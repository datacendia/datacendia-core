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Procurement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Procurement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Procurement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procurement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Procurement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Procurement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