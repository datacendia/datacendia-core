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Fleet Management 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Fleet Management AI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Fleet Management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fleet management ai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Operational review with preserved dissent and escalation history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for safety, uptime, and service-critical workflows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Change review for models, automation rules, and frontline workflows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replay and operator reporting from one evidence chain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Fleet Management AI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Fleet Management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