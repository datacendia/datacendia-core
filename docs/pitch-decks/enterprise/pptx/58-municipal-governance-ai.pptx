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Municipal Governance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Municipal Governance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Municipal Governance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municipal governance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structured multi-agent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High-scrutiny exceptions escalated with accountable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workflow review before operational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Committee, board, or ministerial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Municipal Governance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Municipal Governance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