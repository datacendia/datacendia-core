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Portfolio Risk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Portfolio Risk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Portfolio Risk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portfolio risk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high-risk workflows with replayable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change review before production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and regulator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Portfolio Risk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Portfolio Risk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