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Cybersecurity Incident Response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Cybersecurity Incident Response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Cybersecurity Incident Response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cybersecurity incident response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Security and risk review with preserved reasoning and approvals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for controls, alerts, and policy breaches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Model and workflow governance before production release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Board, regulator, and customer reporting with exportable packets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Cybersecurity Incident Response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Cybersecurity Incident Response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