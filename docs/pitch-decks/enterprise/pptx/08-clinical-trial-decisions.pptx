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Clinical Trial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Clinical Trial Decisions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Clinical Trial Decisions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clinical trial decisions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Clinical Trial Decisions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Clinical Trial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