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Healthcare AI Governance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Healthcare AI Governance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Healthcare AI Governance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healthcare ai governance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Clinical or operational review with preserved dissent and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patient, quality, or compliance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change review before frontline deployment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stakeholder reporting from one decision record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Healthcare AI Governance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Healthcare AI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