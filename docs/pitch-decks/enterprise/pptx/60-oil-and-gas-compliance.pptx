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Oil &amp; Gas Compliance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Oil &amp; Gas Compliance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