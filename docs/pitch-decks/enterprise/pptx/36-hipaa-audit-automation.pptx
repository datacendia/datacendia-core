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HIPAA Audit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HIPAA Audit Automation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HIPAA Audit Automation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hipaa audit automation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Clinical or operational review with preserved dissent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patient, quality, or compliance workflows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change review before frontline deployment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Incident replay and stakeholder reporting from one decision record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HIPAA Audit Automation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HIPAA Audit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