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Public Health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Health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Public Health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public health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or operational review with preserved dissent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patient, quality, or compliance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frontline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stakeholder reporting from one decision record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Public Health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Public Health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