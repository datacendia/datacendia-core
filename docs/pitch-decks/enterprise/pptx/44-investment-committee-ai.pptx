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Investment Committee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Investment Committee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Investment Committee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investment committee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Investment Committee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Investment Committee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