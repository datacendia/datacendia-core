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Carbon Credit Verification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Carbon Credit Verification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Carbon Credit Verification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carbon credit verification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Committee review with preserved dissent and approval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for high-risk workflows with replayable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Model and workflow change review before production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Board, audit, and regulator reporting with exportable decision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Carbon Credit Verification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Carbon Credit Verification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