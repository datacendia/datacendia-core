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Veterinary AI Governance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Veterinary AI Governance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Veterinary AI Governance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veterinary ai governance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Clinical or operational review with preserved dissent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patient, quality, or compliance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change review before frontline deployment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stakeholder reporting from one decision record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Veterinary AI Governance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Veterinary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