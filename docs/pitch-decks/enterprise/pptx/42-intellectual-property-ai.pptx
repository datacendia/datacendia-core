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Intellectual Property 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Intellectual Property AI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Intellectual Property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intellectual property ai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preserved dissent and approval history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with role-based escalation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or workflow change review before rollout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Board, audit, or operator reporting with exportable decision packets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Intellectual Property AI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Intellectual Property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