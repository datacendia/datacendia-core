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Medical Device Governance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Medical Device Governance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Medical Device Governance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medical device governance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Clinical or operational review with preserved dissent and approvals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for patient, quality, or compliance workflows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Model and workflow change review before frontline deployment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replay and stakeholder reporting from one decision record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Medical Device Governance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Medical Device Governance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