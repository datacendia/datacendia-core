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Corporate Treasury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Corporate Treasury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Corporate Treasury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corporate treasury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Corporate Treasury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Corporate Treasury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