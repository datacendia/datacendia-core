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9144000" y="274320"/>
            <a:ext cx="2286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Confidential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457200" y="2011680"/>
            <a:ext cx="10972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457200" y="2560320"/>
            <a:ext cx="109728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/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1371600" y="3840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8B8FA3"/>
                </a:solidFill>
              </a:rPr>
              <a:t>Accountable AI workflows for Vendor Risk Management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029200" y="4572000"/>
            <a:ext cx="2103120" cy="0"/>
          </a:xfrm>
          <a:prstGeom prst="line">
            <a:avLst/>
          </a:prstGeom>
          <a:noFill/>
          <a:ln w="25400">
            <a:solidFill>
              <a:srgbClr val="D4AF37"/>
            </a:solidFill>
            <a:prstDash val="solid"/>
          </a:ln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828800" y="484632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Decision Evidence Infrastructure for AI Systems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NOW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7315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7315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AI ADOPTION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9144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Vendor Risk Management workflows are moving from pilot to production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47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34747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ACCOUNTABILITY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36576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Leaders need replayable evidence for every material decision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2179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2179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EXECUTION</a:t>
            </a:r>
            <a:endParaRPr lang="en-US" sz="2800" dirty="0"/>
          </a:p>
        </p:txBody>
      </p:sp>
      <p:sp>
        <p:nvSpPr>
          <p:cNvPr id="12" name="Text 10"/>
          <p:cNvSpPr/>
          <p:nvPr/>
        </p:nvSpPr>
        <p:spPr>
          <a:xfrm>
            <a:off x="64008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Operations need challenge, approval, and audit — not black boxes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8961120" y="1645920"/>
            <a:ext cx="2468880" cy="1463040"/>
          </a:xfrm>
          <a:prstGeom prst="roundRect">
            <a:avLst>
              <a:gd name="adj" fmla="val 625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8961120" y="1828800"/>
            <a:ext cx="246888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5" name="Text 13"/>
          <p:cNvSpPr/>
          <p:nvPr/>
        </p:nvSpPr>
        <p:spPr>
          <a:xfrm>
            <a:off x="9144000" y="2468880"/>
            <a:ext cx="21031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Platforms built around decision evidence by design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Organizations use AI in Vendor Risk Management without decision evidence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Teams automate recommendations, approvals, or exception handling with limited traceability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ACCOUNTABILITY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EXECUTION</a:t>
            </a:r>
            <a:endParaRPr lang="en-US" sz="13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300" dirty="0">
                <a:solidFill>
                  <a:srgbClr val="8B8FA3"/>
                </a:solidFill>
              </a:rPr>
              <a:t>The result: slower adoption, higher exposure, and no clean audit trail for high-stakes decisions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SOLUTION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Multi-agent deliberation with cryptographic evidence for every vendor risk management decision — review-ready before the committee, customer, or regulator asks.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Key Use Cases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83464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Security and risk review with preserved reasoning and approvals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Exception handling for controls, alerts, and policy breaches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AI ADOPTION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Model and workflow governance before production release</a:t>
            </a:r>
            <a:endParaRPr lang="en-US" sz="1100" dirty="0"/>
          </a:p>
          <a:p>
            <a:pPr marL="342900" indent="-342900">
              <a:lnSpc>
                <a:spcPct val="14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Board, regulator, and customer reporting with exportable packets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WHY THIS USE CASE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Why Vendor Risk Management Matters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70000"/>
              </a:lnSpc>
              <a:buNone/>
            </a:pPr>
            <a:r>
              <a:rPr lang="en-US" sz="1300" dirty="0">
                <a:solidFill>
                  <a:srgbClr val="8B8FA3"/>
                </a:solidFill>
              </a:rPr>
              <a:t>AI ADOPTION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3200400"/>
          </a:xfrm>
          <a:prstGeom prst="roundRect">
            <a:avLst>
              <a:gd name="adj" fmla="val 2857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Platform Proof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22860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205K+ passing tests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156 validated API endpoints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50+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23 jurisdictions covered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4 deployment modes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✓"/>
            </a:pPr>
            <a:r>
              <a:rPr lang="en-US" sz="1200" dirty="0">
                <a:solidFill>
                  <a:srgbClr val="8B8FA3"/>
                </a:solidFill>
              </a:rPr>
              <a:t>Live at app.datacendia.com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FOUNDER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Stuart Rainey — Founder &amp; CEO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502920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7 years as Senior Data Analyst at TCS, embedded with PGIM Fixed Income ($800B+ AUM)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Built data infrastructure for regulated investment decisions at institutional scale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M.S. in Big Data Analytics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Author of the DDGI framework — ISO/IEC JTC 1/SC 42 standards track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NVIDIA Inception member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6400800" y="2194560"/>
            <a:ext cx="5029200" cy="2286000"/>
          </a:xfrm>
          <a:prstGeom prst="roundRect">
            <a:avLst>
              <a:gd name="adj" fmla="val 4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6675120" y="237744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Why This Founder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6675120" y="2926080"/>
            <a:ext cx="4389120" cy="1371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50000"/>
              </a:lnSpc>
              <a:buNone/>
            </a:pPr>
            <a:r>
              <a:rPr lang="en-US" sz="1200" dirty="0">
                <a:solidFill>
                  <a:srgbClr val="8B8FA3"/>
                </a:solidFill>
              </a:rPr>
              <a:t>Built the data infrastructure and decision workflows required for regulated, high-stakes AI deployments at institutional scale.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731520" y="9144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ASK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$1.5M Pre-Seed — $7M Pre-Money Valuation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7315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0058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What's Built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10058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205K+ passing tests. 156 validated API endpoints. Live production platform.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3891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6634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Traction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6634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Active enterprise design-partner conversations (financial institution, Big 4 channel). NVIDIA Inception.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8046720" y="2286000"/>
            <a:ext cx="3291840" cy="2011680"/>
          </a:xfrm>
          <a:prstGeom prst="roundRect">
            <a:avLst>
              <a:gd name="adj" fmla="val 4545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8321040" y="2468880"/>
            <a:ext cx="2743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D4AF37"/>
                </a:solidFill>
              </a:rPr>
              <a:t>Use of Funds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8321040" y="2926080"/>
            <a:ext cx="274320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8B8FA3"/>
                </a:solidFill>
              </a:rPr>
              <a:t>First 3 design partners signed, SOC 2 Type II certification, regulatory validation (EU AI Act compliance audit).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914400" y="475488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$8.5M post-money · 21.5% dilution · Engineering risk resolved — GTM-stage investment.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PLATFORM PROOF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303520" y="1097280"/>
            <a:ext cx="6400800" cy="48463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457200" y="1828800"/>
            <a:ext cx="10972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NEXT STEPS</a:t>
            </a:r>
            <a:endParaRPr lang="en-US" sz="1100" dirty="0"/>
          </a:p>
        </p:txBody>
      </p:sp>
      <p:sp>
        <p:nvSpPr>
          <p:cNvPr id="4" name="Text 2"/>
          <p:cNvSpPr/>
          <p:nvPr/>
        </p:nvSpPr>
        <p:spPr>
          <a:xfrm>
            <a:off x="457200" y="2286000"/>
            <a:ext cx="109728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FFFFFF"/>
                </a:solidFill>
              </a:rPr>
              <a:t>Let’s Talk</a:t>
            </a:r>
            <a:endParaRPr lang="en-US" sz="3600" dirty="0"/>
          </a:p>
        </p:txBody>
      </p:sp>
      <p:sp>
        <p:nvSpPr>
          <p:cNvPr id="5" name="Text 3"/>
          <p:cNvSpPr/>
          <p:nvPr/>
        </p:nvSpPr>
        <p:spPr>
          <a:xfrm>
            <a:off x="1371600" y="3200400"/>
            <a:ext cx="91440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8B8FA3"/>
                </a:solidFill>
              </a:rPr>
              <a:t>Accountable AI workflows for Vendor Risk Management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28600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228600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Schedule Deep Dive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29768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29768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Technical Demo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30936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630936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</a:rPr>
              <a:t>Data Room Access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8321040" y="3931920"/>
            <a:ext cx="1828800" cy="457200"/>
          </a:xfrm>
          <a:prstGeom prst="roundRect">
            <a:avLst>
              <a:gd name="adj" fmla="val 10000"/>
            </a:avLst>
          </a:prstGeom>
          <a:solidFill>
            <a:srgbClr val="D4AF37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321040" y="3931920"/>
            <a:ext cx="1828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A0E1A"/>
                </a:solidFill>
              </a:rPr>
              <a:t>Try Live Demo →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1828800" y="50292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8B8FA3"/>
                </a:solidFill>
              </a:rPr>
              <a:t>contact@datacendia.com | datacendia.com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- Banking &amp; Capital Markets</dc:title>
  <dc:subject>Banking &amp; Capital Markets</dc:subject>
  <dc:creator>Datacendia</dc:creator>
  <cp:lastModifiedBy>Datacendia</cp:lastModifiedBy>
  <cp:revision>1</cp:revision>
  <dcterms:created xsi:type="dcterms:W3CDTF">2026-03-17T14:11:48Z</dcterms:created>
  <dcterms:modified xsi:type="dcterms:W3CDTF">2026-03-17T14:11:48Z</dcterms:modified>
</cp:coreProperties>
</file>