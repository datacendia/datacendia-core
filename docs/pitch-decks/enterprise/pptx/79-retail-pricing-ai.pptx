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Retail Pricing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Retail Pricing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Retail Pricing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retail pricing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Retail Pricing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Retail Pricing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