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Accountable AI workflows for Autonomous Vehicle Governance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Autonomous Vehicle Governance workflows are moving from pilot to production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evidence for every material decision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Operations need challenge, approval, and audit — not black boxes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around decision evidence by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use AI in Autonomous Vehicle Governance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Teams automate recommendations, approvals, or exception handling with limited traceability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The result: slower adoption, higher exposure, and no clean audit trail for high-stakes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autonomous vehicle governance decision — review-ready before the committee, customer, or regulator asks.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review with preserved dissent and approval history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Exception handling with role-based escalation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or workflow change review before rollout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Board, audit, or operator reporting with exportable decision packets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THIS USE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Autonomous Vehicle Governance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Accountable AI workflows for Autonomous Vehicle Governance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