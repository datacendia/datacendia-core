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Maritime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Maritime Compliance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Maritime Compliance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maritime compliance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Maritime Compliance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Maritime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