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OPEN SOURCE STRATEGY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 core distribution with enterprise-grade governance controls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 source can accelerate trust, adoption, and community contribution, while paid controls monetize sovereign deployment, compliance, and enterprise workflow needs.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 Source Alone Is Not a Governance Strategy.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Teams increasingly expect transparent foundations for infrastructure they bet their workflows 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But open source without evidence, policy, and enterprise controls does not solve accountability.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opportunity is open distribution plus premium governance capabilities around real deployments.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Few platforms pair community reach with sovereign, audit-ready decision infrastructure.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Developers want inspectable systems; enterprises want control, replay, and support.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That combination can widen top-of-funnel while protecting monetizable enterprise value.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can use open core to build trust without giving away the governance moat.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Community  Free (Apache 2.0, open-source)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the Open-Core Motion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 foundations can accelerate adoption in developer, research, and public-interest communities.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buyers still pay for deployment controls, integrations, support, and compliance workflows.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Governance products benefit from transparency because trust compounds when systems can be inspected.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remains differentiated through workflow depth, deployment breadth, and enterprise operations.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Community usage creates feedback loops, ecosystem integrations, and category awareness.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Commercial layers monetize the teams that need sovereign deployment and defensible controls.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This strategy aligns product trust with distribution leverage.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result is a larger funnel without collapsing the enterprise moat.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Open-Core Positioning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open source can strengthen trust and distribution, while the commercial platform captures value from enterprises that need sovereign deployment, workflow governance, and accountable AI operations.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