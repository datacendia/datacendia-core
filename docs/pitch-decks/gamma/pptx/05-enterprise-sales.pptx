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ENTERPRISE AI GOVERNANCE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Make Every AI DecisionAuditable, Explainable,and Defensible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14 AI agents deliberate on your data — with cryptographic proof of every step. Zero-copy architecture means your data never leaves your database.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CHALLENGE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Your Enterprise Faces an AI Accountability Gap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 decisions are black boxes — no audit trail, no explainability for regulators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Single-model risk — one hallucination becomes a compliance violation or business loss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sovereignty concerns — cloud AI tools copy your sensitive data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pressure mounting — EU AI Act, DORA, US AI Executive Order all demand AI governance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Board-level visibility gap — executives can't see how AI reached its conclusions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fines for unexplainable AI (2023)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Of enterprises cite AI explainability as top concern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AI-influenced decisions by 2030 with no audit trail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The Council™ — AI Boardroom, Not a Chatbot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"Should we approve this acquisition?" — "Is this compliant with EU AI Act?" — "What's our risk exposure on this portfolio?"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CEO, CFO, CISO, Risk, Legal, CTO, Red Team + 7 more agents analyze from their domain. Independent analysis prevents groupthink.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Recommendation, confidence scores, dissenting views, evidence trail, and cryptographic hash chain. Hand it to your auditor or regulator.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The difference: Your board doesn't accept one person's opinion — why accept one AI model's? Datacendia gives you the rigor of a boardroom debate with the speed of AI and the evidence chain of a courtroom.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OUTPUT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 Get After Every Deliberation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USE CASES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Decisions That Matter Most — By Industry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Enterprise-Grade from Day One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API Endpoints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Data Connectors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 Modes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26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Languages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Recommended entry point: Start with a 90-day Pilot ($50K) on a single strategic decision. If the Council doesn't surface 3+ risks you missed, we refund the pilot fee. Zero risk to evaluate.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COMPLIANCE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Built for Regulated Industries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Aligned — DPA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Control-Ready Architecture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Controls Aligned — BAA available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Explainability-native design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Why compliance matters commercially: Every certification unlocks a market segment. SOC 2 is table stakes for enterprise SaaS. HIPAA unlocks healthcare ($4T). FedRAMP unlocks federal ($100B+ IT). Datacendia's architecture is designed for all of them simultaneously.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GAMMA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— Enterprise Sales Overview</dc:title>
  <dc:subject>PptxGenJS Presentation</dc:subject>
  <dc:creator>Datacendia</dc:creator>
  <cp:lastModifiedBy>Datacendia</cp:lastModifiedBy>
  <cp:revision>1</cp:revision>
  <dcterms:created xsi:type="dcterms:W3CDTF">2026-03-17T14:12:20Z</dcterms:created>
  <dcterms:modified xsi:type="dcterms:W3CDTF">2026-03-17T14:12:20Z</dcterms:modified>
</cp:coreProperties>
</file>