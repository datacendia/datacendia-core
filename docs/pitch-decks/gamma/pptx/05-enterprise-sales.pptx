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ENTERPRISE AI GOVERNANCE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Make Every AI DecisionAuditable, Explainable,and Defensible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14 AI agents deliberate on your data — with cryptographic proof of every step. Zero-copy architecture means your data never leaves your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Faces an AI Accountability Gap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are black boxes — no audit trail, no explainability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hallucination becomes a compliance violation or business loss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concerns — cloud AI tools copy your sensitive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pressure mounting — EU AI Act, DORA, US AI Executive Order all demand AI governance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Board-level visibility gap — executives can't see how AI reached its conclusions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for unexplainable AI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Of enterprises cite AI explainability as top concern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AI-influenced decisions by 2030 with no audit trail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AI Boardroom, Not a Chatbot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acquisition?" — "Is this compliant with EU AI Act?" — "What's our risk exposure on this portfolio?"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CEO, CFO, CISO, Risk, Legal, CTO, Red Team + 7 more agents analyze from their domain. Independent analysis prevents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Recommendation, confidence scores, dissenting views, evidence trail, and cryptographic hash chain. Hand it to your auditor or regulator.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Your board doesn't accept one person's opinion — why accept one AI model's? Datacendia gives you the rigor of a boardroom debate with the speed of AI and the evidence chain of a courtroom.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 Get After Every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Decisions That Matter Most — By Industry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from Day 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Recommended entry point: Start with a 90-day Pilot ($50K) on a single strategic decision. If the Council doesn't surface 3+ risks you missed, we refund the pilot fee. Zero risk to evaluate.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Aligned — DPA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Control-Ready Architecture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Controls Aligned — BAA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Explainability-native design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compliance matters commercially: Every certification unlocks a market segment. SOC 2 is table stakes for enterprise SaaS. HIPAA unlocks healthcare ($4T). FedRAMP unlocks federal ($100B+ IT). Datacendia's architecture is designed for all of them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Sales Overview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