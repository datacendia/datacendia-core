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TECHNICAL DEEP DIVE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DeliberationArchitecture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presets, cryptographic audit chains, zero-copy data architecture, and 4 deployment modes — from cloud to air-gapped.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Four-Layer Platform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React 18 SPA with 82 route files, real-time WebSocket updates, i18n for 26 languages with RTL support. Responsive design system with dark mode. Decision Replay Theater for step-by-step visualization.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 (AI board meetings), CendiaPreMortem (failure analysis), Decision Debt, CendiaLive (real-time deliberation), CendiaReplay, CendiaEcho (outcome tracking), CendiaLens (interpretability), CendiaCollapse (stress-testing), CendiaPulse (mission control), CendiaCrisis (incident response),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 (regulatory radar), CendiaNotary (crypto signing), CendiaVault (evidence storage), CendiaProvenance (decision lineage), Decision Packets, CendiaCrucible + CendiaRedTeam (adversarial testing),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with 16 native connectors (Snowflake, Databricks, PostgreSQL, BigQuery, etc). 4 deployment modes. 11 sovereign patterns. Zero-trust security. API-first with 156 endpoints.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query + data context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agents receive prompt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Analysis, debate,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Confidence-weighted votes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Arbiter produces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Consensus, Adversarial, Red Team, Speed, Deep Analysis, Compliance-First, Financial-First, Risk-Heavy, Innovation, Balanced, PreMortem, Ghost Board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has unique system prompts, domain knowledge, and reasoning chains. No agent can see another's initial analysis — preventing groupthink.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Minority opinions are preserved with full reasoning. The Red Team agent actively challenges consensus. Human intervention points at every stage.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Zero-Copy — Your Data Never Moves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data exfiltration surface — data stays in your security perimeter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ETL pipelines — no maintenance, no data drift, no stale copies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compliance burden — data sovereignty is automatic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Real-time freshness — agents always query live data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Traditional analytics platforms copy your data into their infrastructure. Datacendia queries your data in place — it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Palantir copies your data. Databricks copies your data. Snowflake stores your data. Datacendia is the only platform that provides AI decision intelligence without ever possessing a copy of your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DCII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Cryptographic Audit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Verification layer. Every claim made by an agent is cross-referenced against data sources. Confidence scores based on evidence strength.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Timestamping service. SHA-256 hash of every deliberation step with RFC 3161 timestamp. Immutable, tamper-evident chain.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Attestation protocol. Independent verification that deliberation followed the declared mode and all agents participated.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Precise temporal ordering of all events. Enables "decision replay" — reconstructing exact deliberation sequence.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Deduplication and pattern matching. Identifies when a current decision resembles past deliberations, surfacing historical context.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Institutional knowledge persistence. Agents learn from past deliberations without retraining — organizational wisdom accumulates.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For auditors &amp; regulators: Hand them the DCII hash chain — every agent's reasoning, every vote, every dissent, cryptographically timestamped and tamper-evident. This is the audit infrastructure that AI governance demands.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PRODUCTION PLATFORM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UI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Four Modes — Same Platform, Same API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156 REST endpoints work identically regardless of deployment mode. Code written for Cloud works on Air-Gapped without modification.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Start on Cloud SaaS for evaluation. Migrate to Private Cloud or On-Prem for production. No re-architecture required — just redeploy.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Modern Enterprise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TypeScript end-to-end for type safety. React for the richest enterprise UI library ecosystem. PostgreSQL for reliability. Docker/K8s for deployment flexibility. Multi-model AI to avoid vendor lock-in.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Foundation tier is Apache 2.0 licensed (datacendia-core). Enterprise and Strategic tiers are commercial. This drives developer adoption and enterprise conversion.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Technical Architecture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