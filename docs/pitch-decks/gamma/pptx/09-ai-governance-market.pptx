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SERIES 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CrisisImmunizationInfrastructure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AI agent presets debate, dissent, and decide — with cryptographic proof of every step. Not a chatbot. A boardroom.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Makes Decisions.Nobody Can Explain Them.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$7.9T in decisions made using AI by 2030 with no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73% of enterprises cite AI explainability as top concern (Gartner)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$2.1B in regulatory fines for unexplainable algorithmic decisions (2023)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 platforms provide multi-agent deliberation with cryptographic proof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Enterprises are deploying AI at scale — but every decision is a black box. When the regulator asks "why did your AI do that?", the answer is silence.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AI gives you one answer. Real decisions require debate, dissent, and documented reasoning. Boards don't accept one person's opinion — why accept one model's?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Datacendia fills the gap between "AI generated an answer" and "AI made a defensible decision."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Council™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AI agent presets with distinct expertise deliberate on your data — like a boardroom, not a chatbot.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CendiaChronos (time machine), Ghost Board, CendiaPreMortem, Decision Debt, CendiaLive, CendiaReplay, CendiaEcho, CendiaLens, CendiaCollapse, CendiaPulse, CendiaCrisis, CendiaROI, CendiaDCII.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CendiaOversight, CendiaNotary, CendiaVault, CendiaProvenance, Decision Packets, CendiaCrucible, CendiaRedTeam, SGAS, CendiaCourt, CendiaSandbox, CendiaZKP, CendiaInsure, CendiaQuantumKMS, CendiaCarbon, CendiaJurisdiction, CendiaCompliance.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to air-gapped. 4 deployment modes. 11 sovereign patterns. Zero-copy architecture — your data never leaves your database.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16 native connectors. Data stays in your DB — Datacendia queries in place. No ETL, no data movement, no risk.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CendiaOmniTranslate (100 languages), CendiaDissent (protected whistleblower channel), CendiaResponsibility (human accountability layer with TPM-signed liability).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tool purpose-built for AI decision governance. From real-time deliberation (CendiaLive) to quantum-resistant signing (CendiaQuantumKMS) — no competitor offers this depth.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Deliberation — Live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SCALE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Enterprise, Engineered for Rigor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31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631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60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947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776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Connectors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2638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2638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0926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 Modes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896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896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5725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Council Modes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212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9212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1041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528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4528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32+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16357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Products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&amp;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Each agent brings domain expertise, challenges assumptions, and votes with confidence scores. Dissenting opinions are preserved — not silenced. The Arbiter synthesizes all perspectives into an actionable decision with full evidence.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Auditable Decision Package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Data, Your Control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Diode, Local RLHF, Shadow Council, TPM Attestation, Federated Mesh, QR Air-Gap Bridge, and more.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moves. Datacendia queries in place via native connectors. No ETL pipelines, no data lakes to maintain.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designed to FedRAMP Moderate controls. SOC 2 Type II In Progress. ISO 27001 target H2 2026.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Implementation ($15K–$120K), Consulting ($8K–$25K), Training ($2.5K–$8K), Custom Development ($15K–$100K), Premium Support ($2.5K–$6K/mo). Average services attach rate: 30–40% of ACV.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Gross margin &gt;80%. Net dollar retention &gt;130%. CAC payback &lt;18 months. LTV:CAC &gt;5x. Land with Pilot, expand to Enterprise.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Category-Creating in a $50B+ Market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EU AI Act — mandates explainability for high-risk AI systems (2026 enforcement)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US Executive Order on AI — federal agencies must document AI decision processes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DORA (Digital Operational Resilience Act) — financial services AI governance mandate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AI spend — projected $200B+ by 2028, governance is lagging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Regulation is arriving — first-mover advantage in compliance tooling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LLMs made multi-agent possible — viable at enterprise scale since 2024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AI budgets unlocked — every F500 has an AI governance gap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Trust deficit growing — AI hallucinations eroding confidence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COMPETITIVE MOAT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Seven Layers of Defensibility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agent presets with domain reasoning — not wrapper-on-ChatGPT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hash chain for every decision — competitors can't retrofit this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to cloud — 11 sovereign patterns no competitor offers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 — eliminates entire attack surface and compliance burden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Day-one global enterprise readiness with RTL support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audit theater — replay any decision step by step for any stakeholder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More decisions → better agents → more accurate deliberations → higher switching cost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Bottom line: Traditional BI tools (Tableau, Power BI) show you data. LLM wrappers (ChatGPT Enterprise) give one opinion. Palantir moves your data. Only Datacendia provides multi-agent deliberation with cryptographic proof, zero-copy architecture, and sovereign deployment — simultaneously.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Production-Ready — Not a Prototype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Compliance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this matters for fundraising: Every compliance framework unlocks a market segment. SOC 2 → enterprise SaaS. HIPAA → healthcare ($4T market). FedRAMP → federal government ($100B+ IT spend). Each certification is a sales accelerant, not just a checkbox.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"Deploy Datacendia for 90 days on a single strategic problem. If the Council doesn't identify at least 3 critical risks you missed, we refund the pilot fee."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Series A Investor Overview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