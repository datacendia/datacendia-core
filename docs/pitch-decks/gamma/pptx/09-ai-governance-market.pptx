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AI GOVERNANCE MARKET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category view: decision evidence is the missing AI layer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Model access is commoditizing. The durable category is the system that preserves reasoning, approvals, dissent, and replay for every material AI decision.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Market Has Models, But Not Accountability.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Enterprises can buy models, copilots, and orchestration tools almost anywhere.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What they still lack is a defensible record of how high-stakes AI decisions were made.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Auditability, replay, and preserved dissent remain missing from most deployments.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That leaves boards, regulators, and operators exposed the moment a decision is challenged.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adoption is moving from experimentation into workflows that affect money, safety, and trust.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The next layer is not another model — it is governance infrastructure around decision-making.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Datacendia defines that layer with multi-agent deliberation plus cryptographic evidence.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Council™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AI agent presets with distinct expertise deliberate on your data — like a boardroom, not a chatbot.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CendiaChronos (time machine), Ghost Board, CendiaPreMortem, Decision Debt, CendiaLive, CendiaReplay, CendiaEcho, CendiaLens, CendiaCollapse, CendiaPulse, CendiaCrisis, CendiaROI, CendiaDCII.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CendiaOversight, CendiaNotary, CendiaVault, CendiaProvenance, Decision Packets, CendiaCrucible, CendiaRedTeam, SGAS, CendiaCourt, CendiaSandbox, CendiaZKP, CendiaInsure, CendiaQuantumKMS, CendiaCarbon, CendiaJurisdiction, CendiaCompliance.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to air-gapped. 4 deployment modes. 11 sovereign patterns. Zero-copy architecture — your data never leaves your database.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16 native connectors. Data stays in your DB — Datacendia queries in place. No ETL, no data movement, no risk.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CendiaOmniTranslate (100 languages), CendiaDissent (protected whistleblower channel), CendiaResponsibility (human accountability layer with TPM-signed liability).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tool purpose-built for AI decision governance. From real-time deliberation (CendiaLive) to quantum-resistant signing (CendiaQuantumKMS) — no competitor offers this depth.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COUNCIL™ IN ACTION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Multi-Agent Deliberation — Live UI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SCALE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 for Enterprise, Engineered for Rigor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1440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API Endpoints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6314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26314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44602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Agents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9476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79476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97764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Connectors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2638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32638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550926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5800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85800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704088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 Modes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38962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38962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12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857250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Council Modes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92124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92124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1010412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Patterns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145286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145286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32+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1163574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Products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COUNCIL™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Security &amp; Compliance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Challenge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Each agent brings domain expertise, challenges assumptions, and votes with confidence scores. Dissenting opinions are preserved — not silenced. The Arbiter synthesizes all perspectives into an actionable decision with full evidence.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OUTPUT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Auditable Decision Package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Data, Your Control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Diode, Local RLHF, Shadow Council, TPM Attestation, Federated Mesh, QR Air-Gap Bridge, and more.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never moves. Datacendia queries in place via native connectors. No ETL pipelines, no data lakes to maintain.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Architecture designed to FedRAMP Moderate controls. SOC 2 Type II In Progress. ISO 27001 target H2 2026.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Implementation ($15K–$120K), Consulting ($8K–$25K), Training ($2.5K–$8K), Custom Development ($15K–$100K), Premium Support ($2.5K–$6K/mo). Average services attach rate: 30–40% of ACV.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Community  Free (Apache 2.0, open-source)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Gross margin &gt;80%. Net dollar retention &gt;130%. CAC payback &lt;18 months. LTV:CAC &gt;5x. Land with Pilot, expand to Enterprise.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the Market Is Opening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Model capability is improving faster than enterprise confidence in unaudited AI decisions.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Buyers increasingly want systems that can be reviewed, challenged, and replayed.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turns AI governance from policy theater into operational software.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The category spans regulated industries, sovereign deployments, and mission-critical decisions.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This is a platform wedge, not a point solution, because the evidence layer sits across workflows.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The more decisions flow through the system, the stronger the switching costs and governance moat.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Open-core distribution can widen the funnel while enterprise controls drive monetization.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The market leader will own the record of why AI-informed decisions were made.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MOAT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Seven Layers of Defensibility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agent presets with domain reasoning — not wrapper-on-ChatGPT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Immutable hash chain for every decision — competitors can't retrofit this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Air-gapped to cloud — 11 sovereign patterns no competitor offers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never moves — eliminates entire attack surface and compliance burden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Day-one global enterprise readiness with RTL support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 audit theater — replay any decision step by step for any stakeholder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More decisions → better agents → more accurate deliberations → higher switching cost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Bottom line: Traditional BI tools (Tableau, Power BI) show you data. LLM wrappers (ChatGPT Enterprise) give one opinion. Palantir moves your data. Only Datacendia provides multi-agent deliberation with cryptographic proof, zero-copy architecture, and sovereign deployment — simultaneously.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Production-Ready — Not a Prototype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Category Formation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this matters for fundraising: category-defining companies create a new control plane. Decision evidence can become the default governance layer between enterprise AI deployment and the stakeholders who need to trust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Series A Investor Overview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