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9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10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9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-9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&amp; 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AIDecision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multi-agent deliberation with cryptographic audit trails. Built for classified environments, designed for mission-critical decisions.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Decisions in Classified EnvironmentsHave Zero Accountability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— AI recommendations in C4ISR have no cryptographic proof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model's hallucination becomes mission-critical error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mandated — cloud AI violates classification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 required — DoD Responsible AI Strategy demands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Speed vs rigor trade-off — current tools force one or the other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Responsible AI — explainable, governable, auditable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Human-AI teaming — AI assists, humans decide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Data-centric AI — decisions grounded in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11 Sovereign Patterns — Air-Gapped to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One-way data flow. Analysis results out, no data 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model fine-tuning. No external training data leakage.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classified + unclassified deliberation for comparison.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Hardware-level integrity verification for every compute node.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deployment with no central data aggregation.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Optical data transfer between air-gapped networks.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SGX/SEV hardware enclaves for computation.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Prove decision validity without revealing inputs.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MISSION APPLICATIONS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Intelligence Across the Mission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differentiator: Every deliberation produces a cryptographic hash chain — immutable evidence of who (which agent) said what, when, with what confidence, and what dissents were raised. This is the audit infrastructure the DoD Responsible AI Strategy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Government Compliance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SBIR/STTR — Phase I/II via DARPA, NSF, AFWERX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OTA (Other Transaction Authority) — via DIU prototype contracts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GSA Schedule — target listing H2 2026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Contract — capability statements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via Booz Allen, GDIT, Leidos, SAIC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Zero-Trust, Zero-Copy, Zero-Egress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on a single mission-relevant problem for 90 days. If the Council doesn't identify at least 3 critical risks that your current analysis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Defense &amp; Government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