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PROGRAM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Shape the Future ofAI Decision Intelligence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Join the founding cohort of enterprises co-building the AI governance standard. Preferred pricing, direct product influence, first-mover advantage.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DESIGN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Your Industry. Your Problems. Our Platform.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feature development — your use cases go to front of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engineering access — weekly calls with product team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60% pilot discount — $20K for 90 days (normally $50K)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Founding partner pricing — locked in for 3 years on conversion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Case study co-authorship — joint PR and marketing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Guaranteed results — refund if Council doesn't surface 3+ missed risks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1 strategic decision to run through The Council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2 hours/week for feedback sessions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8 Verticals — 2 Partners Each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decisions, treatment selection, HIPAA audit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Risk assessment, compliance, trading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Litigation strategy, contract review, regulatory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Policy decisions, resource allocation, impact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Threat assessment, mission planning, C4ISR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Grid management, outage response, NERC CIP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Underwriting, claims, catastrophe modeling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Drug development, clinical trials, FDA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HOW IT WORKS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The Council™ — 3-Step Deliberation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"Should we approve this $50M loan?" or "Which treatment pathway?" or "Is this contract EU AI Act compliant?"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CFO analyzes financials. CISO checks security. Risk identifies threats. Legal checks compliance. Red Team challenges. Each votes with confidence.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Recommendation + confidence score + dissenting views + evidence trail + suggested actions. Every step hashed and timestamped.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The difference: ChatGPT gives one answer. Datacendia gives a boardroom debate — with dissents preserved, not silenced, and a cryptographic proof chain for every step.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YOU’LL SEE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Real Platform — Real Decisions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Production-Ready Enterprise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API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Agents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DEPLOYMENT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Deploy On Your Terms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Design partner flexibility: Start with Cloud SaaS for rapid onboarding, migrate to Private Cloud or On-Premises as you validate. No architecture lock-in.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"Deploy Datacendia for 90 days on a single strategic problem. If the Council doesn't identify at least 3 critical risks you missed, we refund the pilot fee — no questions asked."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— Design Partner Program</dc:title>
  <dc:subject>PptxGenJS Presentation</dc:subject>
  <dc:creator>Datacendia</dc:creator>
  <cp:lastModifiedBy>Datacendia</cp:lastModifiedBy>
  <cp:revision>1</cp:revision>
  <dcterms:created xsi:type="dcterms:W3CDTF">2026-03-17T13:28:47Z</dcterms:created>
  <dcterms:modified xsi:type="dcterms:W3CDTF">2026-03-17T13:28:47Z</dcterms:modified>
</cp:coreProperties>
</file>