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ridge-vc's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New Relic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PagerDuty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ridge-vc has backed the data stack (New Relic, dbt) and AI infra (PagerDuty).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observability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RIDGE VENTURES — Enterprise observability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