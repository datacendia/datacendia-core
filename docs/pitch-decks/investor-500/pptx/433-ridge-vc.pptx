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RIDGE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RIDGE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RIDGE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RIDGE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RIDGE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Ridge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New Relic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PagerDuty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ridge-vc portfolio includes New Relic, PagerDuty.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RIDGE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RIDGE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