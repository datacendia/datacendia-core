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66" r:id="rId17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Relationship Id="rId17" Type="http://schemas.openxmlformats.org/officeDocument/2006/relationships/slide" Target="slides/slide1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400800" y="2743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PREPARED FOR REACTOR</a:t>
            </a:r>
            <a:endParaRPr lang="en-US" sz="800" dirty="0"/>
          </a:p>
        </p:txBody>
      </p:sp>
      <p:sp>
        <p:nvSpPr>
          <p:cNvPr id="4" name="Shape 2"/>
          <p:cNvSpPr/>
          <p:nvPr/>
        </p:nvSpPr>
        <p:spPr>
          <a:xfrm>
            <a:off x="4114800" y="1645920"/>
            <a:ext cx="3931920" cy="411480"/>
          </a:xfrm>
          <a:prstGeom prst="roundRect">
            <a:avLst>
              <a:gd name="adj" fmla="val 8889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4114800" y="1645920"/>
            <a:ext cx="3931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A0E1A"/>
                </a:solidFill>
              </a:rPr>
              <a:t>PREPARED FOR REACTOR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57200" y="228600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DATACENDIA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57200" y="2743200"/>
            <a:ext cx="10972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</a:rPr>
              <a:t>Datacendia for REACTOR</a:t>
            </a:r>
            <a:endParaRPr lang="en-US" sz="3400" dirty="0"/>
          </a:p>
        </p:txBody>
      </p:sp>
      <p:sp>
        <p:nvSpPr>
          <p:cNvPr id="8" name="Text 6"/>
          <p:cNvSpPr/>
          <p:nvPr/>
        </p:nvSpPr>
        <p:spPr>
          <a:xfrm>
            <a:off x="1371600" y="402336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8B8FA3"/>
                </a:solidFill>
              </a:rPr>
              <a:t>Decision Crisis Immunization Infrastructure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5029200" y="4663440"/>
            <a:ext cx="2103120" cy="0"/>
          </a:xfrm>
          <a:prstGeom prst="line">
            <a:avLst/>
          </a:prstGeom>
          <a:noFill/>
          <a:ln w="25400">
            <a:solidFill>
              <a:srgbClr val="D4AF37"/>
            </a:solidFill>
            <a:prstDash val="solid"/>
          </a:ln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1828800" y="49377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Venture Capital · Waterloo / Toronto · $100M+ AUM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INVESTOR ALIGNMENT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WHY REACTOR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Why Datacendia Aligns with REACTOR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731520" y="2194560"/>
            <a:ext cx="502920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AI is eating software. reactor's dedicated AI fund backs infrastructure that becomes the default layer for enterprise AI adoption.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731520" y="365760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1005840" y="384048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Your Thesis → Our Mission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005840" y="4297680"/>
            <a:ext cx="457200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Datacendia is the missing governance layer for enterprise AI — the infrastructure that sits between AI deployment and regulatory compliance. As AI adoption accelerates, every enterprise needs cryptographic proof of AI decisions.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400800" y="2194560"/>
            <a:ext cx="5029200" cy="3749040"/>
          </a:xfrm>
          <a:prstGeom prst="roundRect">
            <a:avLst>
              <a:gd name="adj" fmla="val 2439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Portfolio Adjacency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675120" y="283464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Canadian deep tech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Anyscale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Hex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dbt Labs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Replit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675120" y="438912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reactor has backed the data stack (Canadian deep tech, dbt) and AI infra (Anyscale). Datacendia completes the stack: governance, accountability, and regulatory compliance for every AI decision.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PROBLEM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Enterprise AI Has No Accountability Layer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100584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AI systems make high-stakes decisions with no audit trail, no evidence, and no dissent tracking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EU AI Act (2025–2026) mandates governance for high-risk AI — penalties up to €35M or 7% revenue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DORA requires AI operational resilience for financial services by Jan 2025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No existing platform provides cryptographic proof of AI-assisted decisions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Enterprises face regulatory risk with every AI deployment — and have no solution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7315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7315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€35M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9144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Max EU AI Act penalty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34747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34747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0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36576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Platforms w/ crypto AI evidence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62179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62179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2025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64008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EU AI Act high-risk in effect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89611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89611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85%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91440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Fortune 500 deploying AI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SOLUTION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Multi-Agent Deliberation with Cryptographic Evidence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Multi-agent deliberation with role-specific AI agents (CFO, CISO, Legal, Strategy, Risk, and more)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Cryptographic decision evidence — Ed25519 signatures, Merkle trees, RFC 3161 timestamps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Sovereign deployment — Cloud, Private Cloud, On-Premises, and Air-Gapped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EU AI Act, DORA, GDPR, HIPAA compliance mapping across 23 jurisdictions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Zero-copy data architecture — data never leaves customer infrastructure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Open-source core (Apache 2.0) with enterprise features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Key Angle for REACTOR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675120" y="2834640"/>
            <a:ext cx="438912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Canadian AI and enterprise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400800" y="3749040"/>
            <a:ext cx="5029200" cy="731520"/>
          </a:xfrm>
          <a:prstGeom prst="roundRect">
            <a:avLst>
              <a:gd name="adj" fmla="val 125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6675120" y="3749040"/>
            <a:ext cx="4572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Sector: AI Infrastructure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400800" y="4663440"/>
            <a:ext cx="502920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6675120" y="48463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90-Day Guarantee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675120" y="5212080"/>
            <a:ext cx="438912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8B8FA3"/>
                </a:solidFill>
              </a:rPr>
              <a:t>Deploy Datacendia for 90 days on a single strategic problem. If the Council doesn't identify at least 3 critical risks you missed, we refund the pilot fee.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PLATFORM PROOF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This Is Not a Pitch — It’s a Live Platform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73152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205K+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91440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Passing Tests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92608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292608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156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310896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Validated API Endpoints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512064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512064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50+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530352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Agent Presets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731520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731520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23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749808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Jurisdictions Covered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950976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950976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4</a:t>
            </a:r>
            <a:endParaRPr lang="en-US" sz="2800" dirty="0"/>
          </a:p>
        </p:txBody>
      </p:sp>
      <p:sp>
        <p:nvSpPr>
          <p:cNvPr id="19" name="Text 17"/>
          <p:cNvSpPr/>
          <p:nvPr/>
        </p:nvSpPr>
        <p:spPr>
          <a:xfrm>
            <a:off x="969264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Deployment Modes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731520" y="4114800"/>
            <a:ext cx="5029200" cy="1828800"/>
          </a:xfrm>
          <a:prstGeom prst="roundRect">
            <a:avLst>
              <a:gd name="adj" fmla="val 5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21" name="Text 19"/>
          <p:cNvSpPr/>
          <p:nvPr/>
        </p:nvSpPr>
        <p:spPr>
          <a:xfrm>
            <a:off x="1005840" y="42976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Live Demo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1005840" y="4663440"/>
            <a:ext cx="43891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Production platform at app.datacendia.com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Multi-agent deliberation, decision audit trails, compliance dashboards, AI governance gateway — all live.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6400800" y="4114800"/>
            <a:ext cx="5029200" cy="1828800"/>
          </a:xfrm>
          <a:prstGeom prst="roundRect">
            <a:avLst>
              <a:gd name="adj" fmla="val 5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24" name="Text 22"/>
          <p:cNvSpPr/>
          <p:nvPr/>
        </p:nvSpPr>
        <p:spPr>
          <a:xfrm>
            <a:off x="6675120" y="42976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NVIDIA Inception Member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6675120" y="4663440"/>
            <a:ext cx="43891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Accepted into NVIDIA’s elite startup program.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DGX Cloud access, technical mentorship, co-marketing, and enterprise customer introductions.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MULTI-AGENT DECISION ENGINE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Decisions Made by Specialized AI Agents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Role-specific agents: CFO, CISO, Legal, Strategy, Risk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Confidence scores and reasoning — dissent preserved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War Room, Governed, and Quick Brief modes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DECISION AUDIT TRAIL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Every Decision Tracked with Full Evidence Chain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Complete searchable decision history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Full deliberation records linked to each decision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Trace any decision back to evidence in seconds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FOUNDER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Stuart Rainey — Founder &amp; CEO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7 years as Senior Data Analyst at TCS, embedded with PGIM Fixed Income ($800B+ AUM)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Built data infrastructure for regulated investment decisions at institutional scale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M.S. in Big Data Analytics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Author of the DDGI framework — ISO/IEC JTC 1/SC 42 standards track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NVIDIA Inception member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Why This Founder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92608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Built the exact data infrastructure that financial institutions need for AI governance — at one of the world's largest asset managers.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ASK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$1.5M Pre-Seed — $7M Pre-Money Valuation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10058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What's Built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058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205K+ passing tests. 156 validated API endpoints. Live production platform at app.datacendia.com.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3891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6634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Traction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6634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Active pipeline: KPMG channel partner (Peru financial services), enterprise prospect via Opal Collection introduction. NVIDIA Inception member.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80467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83210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Use of Funds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3210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GTM hiring, SOC 2 Type II certification, first enterprise pilots.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914400" y="47548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$8.5M post-money · 17.6% dilution · Engineering risk resolved — GTM-stage investment.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182880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NEXT STEPS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228600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Let’s Talk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1371600" y="320040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B8FA3"/>
                </a:solidFill>
              </a:rPr>
              <a:t>Personalized for REACTOR — Canadian AI and enterprise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28600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228600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Schedule Deep Dive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29768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29768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Technical Demo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30936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30936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Data Room Access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32104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832104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0E1A"/>
                </a:solidFill>
              </a:rPr>
              <a:t>Try Live Demo →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828800" y="50292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contact@datacendia.com | datacendia.com | app.datacendia.com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A0A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D4AF37"/>
                </a:solidFill>
              </a:defRPr>
            </a:pPr>
            <a:r>
              <a:t>THE MARKET: Why Now, Why Big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91440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B4B4B4"/>
                </a:solidFill>
              </a:defRPr>
            </a:pPr>
            <a:r>
              <a:t>Regulatory convergence creates a must-have moment for AI governance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554480"/>
            <a:ext cx="5029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Regulatory Forcing Functions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103120"/>
            <a:ext cx="50292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>
                <a:solidFill>
                  <a:srgbClr val="FFFFFF"/>
                </a:solidFill>
              </a:defRPr>
            </a:pPr>
            <a:r>
              <a:t>• EU AI Act — High-risk AI governance mandatory (Aug 2026)</a:t>
            </a:r>
          </a:p>
          <a:p>
            <a:pPr>
              <a:spcAft>
                <a:spcPts val="1000"/>
              </a:spcAft>
              <a:defRPr sz="1600">
                <a:solidFill>
                  <a:srgbClr val="FFFFFF"/>
                </a:solidFill>
              </a:defRPr>
            </a:pPr>
            <a:r>
              <a:t>• Penalties: €35M or 7% of global turnover (Article 99(3))</a:t>
            </a:r>
          </a:p>
          <a:p>
            <a:pPr>
              <a:spcAft>
                <a:spcPts val="1000"/>
              </a:spcAft>
              <a:defRPr sz="1600">
                <a:solidFill>
                  <a:srgbClr val="FFFFFF"/>
                </a:solidFill>
              </a:defRPr>
            </a:pPr>
            <a:r>
              <a:t>• SEC cyber disclosure — 4 business days to report</a:t>
            </a:r>
          </a:p>
          <a:p>
            <a:pPr>
              <a:spcAft>
                <a:spcPts val="1000"/>
              </a:spcAft>
              <a:defRPr sz="1600">
                <a:solidFill>
                  <a:srgbClr val="FFFFFF"/>
                </a:solidFill>
              </a:defRPr>
            </a:pPr>
            <a:r>
              <a:t>• AI Executive Order 14110 — federal AI transparency</a:t>
            </a:r>
          </a:p>
          <a:p>
            <a:pPr>
              <a:spcAft>
                <a:spcPts val="1000"/>
              </a:spcAft>
              <a:defRPr sz="1600">
                <a:solidFill>
                  <a:srgbClr val="FFFFFF"/>
                </a:solidFill>
              </a:defRPr>
            </a:pPr>
            <a:r>
              <a:t>• Peru DS 115-2025-PCM — AI governance enacted</a:t>
            </a:r>
          </a:p>
          <a:p>
            <a:pPr>
              <a:spcAft>
                <a:spcPts val="1000"/>
              </a:spcAft>
              <a:defRPr sz="1600">
                <a:solidFill>
                  <a:srgbClr val="FFFFFF"/>
                </a:solidFill>
              </a:defRPr>
            </a:pPr>
            <a:r>
              <a:t>• DORA (Jan 2025) — ICT risk for EU financial services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0" y="1554480"/>
            <a:ext cx="5029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The Opportunity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17920" y="2103120"/>
            <a:ext cx="50292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>
                <a:solidFill>
                  <a:srgbClr val="FFFFFF"/>
                </a:solidFill>
              </a:defRPr>
            </a:pPr>
            <a:r>
              <a:t>• Every enterprise deploying AI needs governance — not optional</a:t>
            </a:r>
          </a:p>
          <a:p>
            <a:pPr>
              <a:spcAft>
                <a:spcPts val="1000"/>
              </a:spcAft>
              <a:defRPr sz="1600">
                <a:solidFill>
                  <a:srgbClr val="FFFFFF"/>
                </a:solidFill>
              </a:defRPr>
            </a:pPr>
            <a:r>
              <a:t>• 0 incumbent owns this category — greenfield</a:t>
            </a:r>
          </a:p>
          <a:p>
            <a:pPr>
              <a:spcAft>
                <a:spcPts val="1000"/>
              </a:spcAft>
              <a:defRPr sz="1600">
                <a:solidFill>
                  <a:srgbClr val="FFFFFF"/>
                </a:solidFill>
              </a:defRPr>
            </a:pPr>
            <a:r>
              <a:t>• Financial services: Basel III + SR 11-7 + Reg BI</a:t>
            </a:r>
          </a:p>
          <a:p>
            <a:pPr>
              <a:spcAft>
                <a:spcPts val="1000"/>
              </a:spcAft>
              <a:defRPr sz="1600">
                <a:solidFill>
                  <a:srgbClr val="FFFFFF"/>
                </a:solidFill>
              </a:defRPr>
            </a:pPr>
            <a:r>
              <a:t>• Healthcare: FDA SaMD + HIPAA audit requirements</a:t>
            </a:r>
          </a:p>
          <a:p>
            <a:pPr>
              <a:spcAft>
                <a:spcPts val="1000"/>
              </a:spcAft>
              <a:defRPr sz="1600">
                <a:solidFill>
                  <a:srgbClr val="FFFFFF"/>
                </a:solidFill>
              </a:defRPr>
            </a:pPr>
            <a:r>
              <a:t>• Defense: FedRAMP + CMMC + ITAR</a:t>
            </a:r>
          </a:p>
          <a:p>
            <a:pPr>
              <a:spcAft>
                <a:spcPts val="1000"/>
              </a:spcAft>
              <a:defRPr sz="1600">
                <a:solidFill>
                  <a:srgbClr val="FFFFFF"/>
                </a:solidFill>
              </a:defRPr>
            </a:pPr>
            <a:r>
              <a:t>• 12-18 month window before Big Tech bundles governance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Datacendia, LLC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Datacendia for Andreessen Horowitz (a16z)</dc:title>
  <dc:subject>PptxGenJS Presentation</dc:subject>
  <dc:creator>Datacendia</dc:creator>
  <cp:lastModifiedBy>Datacendia</cp:lastModifiedBy>
  <cp:revision>1</cp:revision>
  <dcterms:created xsi:type="dcterms:W3CDTF">2026-03-17T15:48:25Z</dcterms:created>
  <dcterms:modified xsi:type="dcterms:W3CDTF">2026-03-17T15:48:25Z</dcterms:modified>
</cp:coreProperties>
</file>