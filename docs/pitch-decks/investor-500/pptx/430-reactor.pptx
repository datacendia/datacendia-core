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REACTOR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REACTOR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REACTOR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Waterloo / Toronto · $100M+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REACTOR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REACTOR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reactor's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Canadian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reactor has backed the data stack (Canadian deep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REACTOR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Canadian AI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REACTOR — Canadian AI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