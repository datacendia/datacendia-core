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REACTOR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REACTOR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REACTOR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Waterloo / Toronto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REACTOR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REACTOR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Reactor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Canadian deep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reactor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REACTOR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REACTOR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