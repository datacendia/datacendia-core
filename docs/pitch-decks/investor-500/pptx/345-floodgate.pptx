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FLOODGATE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FLOODGATE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FLOODGATE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FLOODGATE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FLOODGATE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floodgate's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Lyft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Twitter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Twitch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floodgate has backed the data stack (Lyft, dbt) and AI infra (Twitter).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FLOODGATE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Seed-stage conviction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FLOODGATE — Seed-stage conviction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