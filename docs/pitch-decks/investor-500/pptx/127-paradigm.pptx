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PARADIGM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PARADIGM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PARADIGM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PARADIGM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PARADIGM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paradigm's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Uniswap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Optimism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Cosmos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paradigm has backed the data stack (Uniswap, dbt) and AI infra (Optimism).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PARADIGM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 and frontier tech research-driven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PARADIGM — Crypto and frontier tech research-driven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