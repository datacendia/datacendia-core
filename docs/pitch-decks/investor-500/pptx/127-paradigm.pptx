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RADIG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RADIG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RADIG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RADIG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RADIG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radigm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sw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timis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sm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radigm portfolio includes Uniswap, Optimism, Cosmo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RADIG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ypto and frontier tech research-driven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RADIGM — Crypto and frontier tech research-driven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