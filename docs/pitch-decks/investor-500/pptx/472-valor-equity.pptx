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VALOR EQUITY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VALOR EQUITY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VALOR EQUITY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Chicago, IL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VALOR EQUITY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VALOR EQUITY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Valor Equity Partners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valor-equity portfolio includes Tesla, SpaceX, Anduril.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VALOR EQUITY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VALOR EQUITY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