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SUPERHUMAN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SUPERHUMAN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SUPERHUMAN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SUPERHUMAN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SUPERHUMAN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super-angel's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productivity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super-angel has backed the data stack (Enterprise productivity,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SUPERHUMAN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Productivity tools investor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SUPERHUMAN CAPITAL — Productivity tools investor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