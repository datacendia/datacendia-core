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PERHUMA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PERHUMA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PERHUMA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PERHUMA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PERHUMA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uper-ang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oducti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per-angel has backed the data stack (Enterprise productivit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PERHUMA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vity tools inves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UPERHUMAN CAPITAL — Productivity tools inves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