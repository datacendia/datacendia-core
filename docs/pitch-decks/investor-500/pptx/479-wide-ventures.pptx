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WIDE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WIDE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WIDE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WIDE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WIDE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wide-ventures's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frontier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wide-ventures has backed the data stack (European frontier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WIDE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early-stage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WIDE VENTURES — UK early-stage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