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D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D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D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D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D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ide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frontier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de-ventures has backed the data stack (European frontier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D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early-stag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DE VENTURES — UK early-stag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