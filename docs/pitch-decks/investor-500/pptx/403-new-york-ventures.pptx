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NYC VENTURE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NYC VENTURE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NYC VENTURE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NYC VENTURE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NYC VENTURE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NYC Venture Fund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NYC enterprise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new-york-ventures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NYC VENTURE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NYC VENTURE FUND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