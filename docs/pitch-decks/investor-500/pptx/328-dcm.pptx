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DCM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DCM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DCM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Beijing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DCM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DCM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DCM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Kuaishou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BYJU's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dcm portfolio includes Kuaishou, BYJU's.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DCM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DCM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