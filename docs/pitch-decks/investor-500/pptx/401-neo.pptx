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NEO (NETWORK OF ENTREPRENEURS)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NEO (NETWORK OF ENTREPRENEURS)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NEO (NETWORK OF ENTREPRENEURS)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NEO (NETWORK OF ENTREPRENEURS)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NEO (NETWORK OF ENTREPRENEURS)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Technical founder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neo has backed the data stack (Technical founder network,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NEO (NETWORK OF ENTREPRENEURS)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founder community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NEO (NETWORK OF ENTREPRENEURS) — Technical founder community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