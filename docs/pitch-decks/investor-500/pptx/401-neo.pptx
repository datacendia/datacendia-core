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NEO (NETWORK OF ENTREPRENEURS)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NEO (NETWORK OF ENTREPRENEURS)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NEO (NETWORK OF ENTREPRENEURS)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NEO (NETWORK OF ENTREPRENEURS)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NEO (NETWORK OF ENTREPRENEURS)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NEO (Network of Entrepreneurs)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Technical founder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neo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NEO (NETWORK OF ENTREPRENEURS)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NEO (NETWORK OF ENTREPRENEURS)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