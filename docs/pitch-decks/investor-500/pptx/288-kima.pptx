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KIMA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KIMA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KIMA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Paris, France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KIMA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KIMA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kima's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600+ startups globally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kima has backed the data stack (600+ startups globally,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KIMA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Xavier Niel — prolific angel/seed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KIMA VENTURES — Xavier Niel — prolific angel/seed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