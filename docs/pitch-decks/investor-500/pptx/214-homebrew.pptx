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HOMEBREW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HOMEBREW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HOMEBREW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HOMEBREW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HOMEBREW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Homebrew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Gusto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Cruise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homebrew portfolio includes Plaid, Gusto, Cruise.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HOMEBREW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Seed-stage enterprise leaders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HOMEBREW — Seed-stage enterprise leaders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