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ribbit's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Nubank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Credit Karma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has backed the data stack (Robinhood, dbt) and AI infra (Coinbase).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Fintech specialist — compliance and trust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RIBBIT CAPITAL — Fintech specialist — compliance and trust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