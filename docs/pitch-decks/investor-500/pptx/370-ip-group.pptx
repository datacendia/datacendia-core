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IP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IP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IP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London, UK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IP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IP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ip-group's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University spin-outs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Oxford Nanopore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ip-group has backed the data stack (University spin-outs, dbt) and AI infra (Oxford Nanopore).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IP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university tech commercialization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IP GROUP — UK university tech commercialization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