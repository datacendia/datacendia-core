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REDLINE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REDLINE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REDLINE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Luxembourg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REDLINE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REDLINE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redline's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European growth stage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redline has backed the data stack (European growth stage,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REDLINE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enterprise growth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REDLINE CAPITAL — European enterprise growth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