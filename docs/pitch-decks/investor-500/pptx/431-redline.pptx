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REDLINE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REDLINE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REDLINE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Luxembourg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REDLINE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REDLINE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Redline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growth stage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redline portfolio includes European growth stage.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REDLINE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REDLINE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