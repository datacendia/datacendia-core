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OCALGLOB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OCALGLOB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OCALGLOB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OCALGLOB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OCALGLOB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local-glob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nsferw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robab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ssi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ocal-globe has backed the data stack (Transferwise, dbt) and AI infra (Improbab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OCALGLOB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ndon seed and Series 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OCALGLOBE — London seed and Series 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