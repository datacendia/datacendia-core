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LOCALGLOBE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LOCALGLOBE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LOCALGLOBE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LOCALGLOBE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LOCALGLOBE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local-globe's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Transferwise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Improbable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Tessian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local-globe has backed the data stack (Transferwise, dbt) and AI infra (Improbable).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LOCALGLOBE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London seed and Series 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LOCALGLOBE — London seed and Series 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