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STANDARD CRYPTO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STANDARD CRYPTO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STANDARD CRYPTO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STANDARD CRYPTO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STANDARD CRYPTO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standard-crypto's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Crypto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standard-crypto has backed the data stack (Crypto infrastructure,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STANDARD CRYPTO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 and decentralized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STANDARD CRYPTO — Crypto and decentralized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