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STANDARD CRYPTO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STANDARD CRYPTO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STANDARD CRYPTO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STANDARD CRYPTO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STANDARD CRYPTO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Standard Crypto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Crypto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standard-crypto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STANDARD CRYPTO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STANDARD CRYPTO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