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REW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REW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REW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REW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REW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crew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xpa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mis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rew has backed the data stack (Expanse, dbt) and AI infra (Demisto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REW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iverse-led enterprise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REW CAPITAL — Diverse-led enterprise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