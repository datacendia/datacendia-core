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CATHAY INNOVATION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CATHAY INNOVATION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CATHAY INNOVATION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 / Paris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CATHAY INNOVATION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CATHAY INNOVATION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cathay's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ContentSquare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Shift Technology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cathay has backed the data stack (ContentSquare, dbt) and AI infra (Shift Technology).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CATHAY INNOVATION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Franco-American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CATHAY INNOVATION — Franco-American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