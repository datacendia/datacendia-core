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MMONF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MMONF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MMONF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ndowment Fund · Wilton, CT · $2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MMONF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MMONF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mmon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owment allo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onfund has backed the data stack (Endowment allocation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MMONF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versity endowment tech allo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MMONFUND CAPITAL — University endowment tech allo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