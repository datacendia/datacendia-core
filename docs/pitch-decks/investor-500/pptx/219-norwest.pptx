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NORWEST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NORWEST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NORWEST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Jose, CA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NORWEST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NORWEST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norwest's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Workiva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Udemy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Calm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norwest has backed the data stack (Workiva, dbt) and AI infra (Udemy).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NORWEST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NORWEST VENTURE PARTNERS — Multi-stage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