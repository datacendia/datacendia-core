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DG DAIWA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DG DAIWA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DG DAIWA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Tokyo, Japan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DG DAIWA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DG DAIWA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dg-daiwa's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dg-daiwa has backed the data stack (Japanese enterprise fintech,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DG DAIWA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Daiwa Securities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DG DAIWA VENTURES — Daiwa Securities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