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WORK-BENCH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WORK-BENCH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WORK-BENCH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WORK-BENCH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WORK-BENCH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workbench's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 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workbench has backed the data stack (Enterprise B2B only,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WORK-BENCH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WORK-BENCH — NYC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