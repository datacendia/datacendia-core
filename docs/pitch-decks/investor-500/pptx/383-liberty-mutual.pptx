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LIBERTY MUTUAL STRATEGIC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LIBERTY MUTUAL STRATEGIC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LIBERTY MUTUAL STRATEGIC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Boston, MA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LIBERTY MUTUAL STRATEGIC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LIBERTY MUTUAL STRATEGIC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liberty-mutual's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Insurtech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risk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liberty-mutual has backed the data stack (Insurtech, dbt) and AI infra (Enterprise risk).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LIBERTY MUTUAL STRATEGIC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Insurance CVC — risk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LIBERTY MUTUAL STRATEGIC VENTURES — Insurance CVC — risk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