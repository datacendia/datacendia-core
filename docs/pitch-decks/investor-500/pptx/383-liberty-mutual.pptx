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LIBERTY MUTUAL STRATEGIC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LIBERTY MUTUAL STRATEGIC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LIBERTY MUTUAL STRATEGIC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Boston,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LIBERTY MUTUAL STRATEGIC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LIBERTY MUTUAL STRATEGIC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Liberty Mutual Strategic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risk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liberty-mutual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LIBERTY MUTUAL STRATEGIC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LIBERTY MUTUAL STRATEGIC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