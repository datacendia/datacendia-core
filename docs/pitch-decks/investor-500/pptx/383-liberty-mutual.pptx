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LIBERTY MUTUAL STRATEGIC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LIBERTY MUTUAL STRATEGIC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LIBERTY MUTUAL STRATEGIC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Corporate VC · Boston, MA · $200M+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LIBERTY MUTUAL STRATEGIC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LIBERTY MUTUAL STRATEGIC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Liberty Mutual Strategic Ventures invests in corporate vc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Insurtech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Enterprise risk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liberty-mutual investment focus aligns with Datacendia. AI governance completes the enterprise stack.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LIBERTY MUTUAL STRATEGIC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nvidia-inception-program-badge-rgb-for-sc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4023360"/>
            <a:ext cx="1645920" cy="822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LIBERTY MUTUAL STRATEGIC VENTURES — 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