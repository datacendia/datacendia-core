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WAVEMAKER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WAVEMAKER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WAVEMAKER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/ LA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WAVEMAKER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WAVEMAKER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wavemaker's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Akulaku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FinAccel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wavemaker has backed the data stack (Akulaku, dbt) and AI infra (Carro).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WAVEMAKER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ASEAN deep tech and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WAVEMAKER PARTNERS — ASEAN deep tech and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