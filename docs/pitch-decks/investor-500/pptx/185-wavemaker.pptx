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WAVEMAKER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WAVEMAKER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WAVEMAKER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/ LA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WAVEMAKER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WAVEMAKER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Wavemaker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Akulaku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FinAccel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wavemaker portfolio includes Akulaku, Carro, FinAccel.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WAVEMAKER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ASEAN deep tech and enterprise B2B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WAVEMAKER PARTNERS — ASEAN deep tech and enterprise B2B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