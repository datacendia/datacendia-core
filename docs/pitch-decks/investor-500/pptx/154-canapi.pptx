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CANAPI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CANAPI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CANAPI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Fintech VC · Washington, DC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CANAPI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CANAPI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canapi's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Alloy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Sardine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Greenlight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canapi has backed the data stack (Alloy, dbt) and AI infra (Sardine).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CANAPI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Bank-backed fintech fund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CANAPI VENTURES — Bank-backed fintech fund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