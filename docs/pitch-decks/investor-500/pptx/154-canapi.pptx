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CANAPI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CANAPI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CANAPI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Washington, DC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CANAPI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CANAPI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Canapi Ventures invests in 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Sardine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Greenlight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canapi portfolio includes Alloy, Sardine, Greenlight.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CANAPI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Bank-backed fintech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CANAPI VENTURES — Bank-backed fintech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