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NAP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NAP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NAP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intech VC · Washington, DC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NAP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NAP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nap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lo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rdi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eenligh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napi has backed the data stack (Alloy, dbt) and AI infra (Sardin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NAP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nk-backed fintech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NAPI VENTURES — Bank-backed fintech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