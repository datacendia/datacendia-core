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ALIGN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ALIGN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ALIGN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ALIGN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ALIGN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Align Ventures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Enterprise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align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ALIGN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ALIGN VENTURES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