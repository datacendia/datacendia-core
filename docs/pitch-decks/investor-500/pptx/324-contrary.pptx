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CONTRARY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CONTRARY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CONTRARY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CONTRARY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CONTRARY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contrary's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contrary has backed the data stack (University founder network,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CONTRARY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and professor founders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CONTRARY CAPITAL — Student and professor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