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RER HIPPEA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RER HIPPEA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RER HIPPEAU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RER HIPPEA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RER HIPPEA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r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bir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s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zzf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rer has backed the data stack (Allbirds, dbt) and AI infra (Casp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RER HIPPEAU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cosystem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ERER HIPPEAU — NYC ecosystem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