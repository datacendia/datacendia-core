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LERER HIPPEAU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LERER HIPPEAU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LERER HIPPEAU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LERER HIPPEAU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LERER HIPPEAU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lerer's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Allbirds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Casper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Buzzfeed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lerer has backed the data stack (Allbirds, dbt) and AI infra (Casper).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LERER HIPPEAU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NYC ecosystem enterprise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LERER HIPPEAU — NYC ecosystem enterprise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