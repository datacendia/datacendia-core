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137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137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137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Secondary Fund · San Francisco,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137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137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137 Ventures invests in secondary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Pre-IPO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137-ventures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137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137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