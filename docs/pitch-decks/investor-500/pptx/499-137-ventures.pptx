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137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137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137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Secondary Fund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137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137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137-ventures's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Pre-IPO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137-ventures has backed the data stack (Pre-IPO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137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Employee equity secondary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137 VENTURES — Employee equity secondary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