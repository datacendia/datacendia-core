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ELAD GIL (SOLO GP)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ELAD GIL (SOLO GP)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ELAD GIL (SOLO GP)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ELAD GIL (SOLO GP)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ELAD GIL (SOLO GP)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Elad Gil (Solo GP)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Airbnb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Coinbase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Figma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elad-gil portfolio includes Airbnb, Coinbase, Figma.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ELAD GIL (SOLO GP)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ELAD GIL (SOLO GP)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