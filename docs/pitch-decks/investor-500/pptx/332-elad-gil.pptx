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LAD GIL (SOLO GP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LAD GIL (SOLO GP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LAD GIL (SOLO GP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LAD GIL (SOLO GP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LAD GIL (SOLO GP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lad-gi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lad-gil has backed the data stack (Airbnb, dbt) and AI infra (Coinbas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LAD GIL (SOLO GP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igh-profile angel/solo G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LAD GIL (SOLO GP) — High-profile angel/solo G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