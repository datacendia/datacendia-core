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CPP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CPP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CPP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Pension Fund · Toronto, Canada · $570B+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CPP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CPP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cppib's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infrastructure and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cppib has backed the data stack (Global infrastructure and technology,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CPP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Pension Plan — long-term technology bets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CPP INVESTMENTS — Canadian Pension Plan — long-term technology bets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