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INVENTUS CAPITAL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INVENTUS CAPITAL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INVENTUS CAPITAL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 / Bangalore · $400M+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INVENTUS CAPITAL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INVENTUS CAPITAL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inventus's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PolicyBazaar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Spinny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inventus has backed the data stack (PolicyBazaar, dbt) and AI infra (Spinny).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INVENTUS CAPITAL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US-India enterprise bridge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INVENTUS CAPITAL PARTNERS — US-India enterprise bridge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