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SILVER LAKE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SILVER LAKE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SILVER LAKE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Menlo Park / NYC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SILVER LAKE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SILVER LAKE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Silver Lake invests in private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silver-lake portfolio includes Dell, Airbnb, Unity.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SILVER LAKE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PE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SILVER LAKE — Enterprise tech PE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