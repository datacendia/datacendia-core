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SILVER LAKE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SILVER LAKE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SILVER LAKE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Menlo Park / NYC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SILVER LAKE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SILVER LAKE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silver-lake's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Dell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Unity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silver-lake has backed the data stack (Dell, dbt) and AI infra (Airbnb).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SILVER LAKE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tech PE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SILVER LAKE — Enterprise tech PE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