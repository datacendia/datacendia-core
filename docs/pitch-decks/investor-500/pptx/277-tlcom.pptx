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TLCOM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TLCOM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TLCOM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London / Lagos / Nairobi · $300M+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TLCOM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TLCOM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TLcom Capital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African enterprise tech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tlcom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TLCOM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Africa enterprise technology leader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TLCOM CAPITAL — Africa enterprise technology leader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