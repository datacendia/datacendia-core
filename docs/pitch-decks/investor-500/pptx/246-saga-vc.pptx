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SAGA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SAGA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SAGA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Helsinki, Finland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SAGA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SAGA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saga-vc's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Nordic 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saga-vc has backed the data stack (Nordic AI startups,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SAGA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Nordic AI and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SAGA VENTURES — Nordic AI and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