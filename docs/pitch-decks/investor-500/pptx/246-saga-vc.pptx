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SAGA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SAGA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SAGA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Helsinki, Finland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SAGA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SAGA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Saga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Nordic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saga-vc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SAGA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AI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SAGA VENTURES — Nordic AI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