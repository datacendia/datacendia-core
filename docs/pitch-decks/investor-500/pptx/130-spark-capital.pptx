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SPARK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SPARK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SPARK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Boston / San Francisco · $6B+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SPARK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SPARK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spark-capital's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Twitter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Affirm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Discord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spark-capital has backed the data stack (Twitter, dbt) and AI infra (Slack).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SPARK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Multi-stage with enterprise DNA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SPARK CAPITAL — Multi-stage with enterprise DNA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