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NORTH BRIDGE VENTURE PARTNERS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NORTH BRIDGE VENTURE PARTNERS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NORTH BRIDGE VENTURE PARTNERS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Waltham, MA · $3B+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NORTH BRIDGE VENTURE PARTNERS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NORTH BRIDGE VENTURE PARTNERS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North Bridge Venture Partners invests in venture capital opportunities. Datacendia is the missing governance layer for enterprise AI.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Qlik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FullStory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north-bridge portfolio includes Qlik, FullStory. Datacendia completes the stack with AI governance and audit.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NORTH BRIDGE VENTURE PARTNERS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Decision evidence is the next infrastructure default — every enterprise deploying AI will be required to produce decision evidence under regulatory or legal challenge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28" name="Picture 27" descr="nvidia-inception-program-badge-rgb-for-sc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040" y="4023360"/>
            <a:ext cx="1645920" cy="8229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NORTH BRIDGE VENTURE PARTNERS — Decision evidence is the next infrastructure default — every enterprise deploying AI will be required to produce decision evidence under regulatory or legal challenge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