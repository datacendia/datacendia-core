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TH BRIDGE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TH BRIDGE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TH BRIDGE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ltham, MA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TH BRIDGE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TH BRIDGE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north-bridg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li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ull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th-bridge has backed the data stack (Qlik, dbt) and AI infra (FullStory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TH BRIDGE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nalytic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ORTH BRIDGE VENTURE PARTNERS — Enterprise analytic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