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SOCIAL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SOCIAL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SOCIAL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Palo Alto, CA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SOCIAL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SOCIAL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Social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Slack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Box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SurveyMonkey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social-capital portfolio includes Slack, Box, SurveyMonkey.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SOCIAL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Capital-as-a-service, data-driven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SOCIAL CAPITAL — Capital-as-a-service, data-driven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