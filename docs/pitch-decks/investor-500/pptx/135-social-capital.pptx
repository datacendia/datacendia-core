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OCIAL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OCIAL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OCIAL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OCIAL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OCIAL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ocial-capita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rveyMonke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ocial-capital has backed the data stack (Slack, dbt) and AI infra (Box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OCIAL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pital-as-a-service, data-driven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OCIAL CAPITAL — Capital-as-a-service, data-driven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