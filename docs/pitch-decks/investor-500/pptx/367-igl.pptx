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IGL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IGL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IGL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Aviv, Israel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IGL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IGL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IGL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Israeli enterprise cybersecurity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igl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IGL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IGL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