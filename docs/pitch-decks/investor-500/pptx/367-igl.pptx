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IGL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IGL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IGL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Aviv, Israel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IGL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IGL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igl's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Israeli enterprise cybersecurity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igl has backed the data stack (Israeli enterprise cybersecurity, dbt) and AI infra (Anyscale).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IGL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Israeli cyber seed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IGL VENTURES — Israeli cyber seed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