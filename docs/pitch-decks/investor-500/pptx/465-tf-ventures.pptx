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TF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TF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TF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Zurich, Switzerland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TF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TF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TF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Swiss enterprise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tf-ventures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TF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TF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