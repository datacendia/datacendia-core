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BOLD CAPITAL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BOLD CAPITAL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BOLD CAPITAL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Mountain View,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BOLD CAPITAL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BOLD CAPITAL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bold-capital's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Peter Diamandis network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bold-capital has backed the data stack (Peter Diamandis network,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BOLD CAPITAL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Exponential technology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BOLD CAPITAL PARTNERS — Exponential technology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