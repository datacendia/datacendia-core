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GENERAL CATALYST (ASIA)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GENERAL CATALYST (ASIA)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GENERAL CATALYST (ASIA)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Singapore · $25B+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GENERAL CATALYST (ASIA)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GENERAL CATALYST (ASIA)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general-catalyst-asia's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governance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APAC enterprise tech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Anyscale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Hex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dbt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general-catalyst-asia has backed the data stack (APAC enterprise tech, dbt) and AI infra (Anyscale). Datacendia completes the stack: governance, accountability, and regulatory compliance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GENERAL CATALYST (ASIA)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Asia expansion of US franchise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GENERAL CATALYST (ASIA) — Asia expansion of US franchise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