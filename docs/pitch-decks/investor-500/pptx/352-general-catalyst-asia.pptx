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 (ASIA)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 (ASIA)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 (ASIA)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 (ASIA)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 (ASIA)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general-catalyst-asia's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APAC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general-catalyst-asia has backed the data stack (APAC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 (ASIA)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 expansion of US franchise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(ASIA) — Asia expansion of US franchise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