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GENERAL CATALYST (ASIA)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GENERAL CATALYST (ASIA)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GENERAL CATALYST (ASIA)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$25B+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GENERAL CATALYST (ASIA)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GENERAL CATALYST (ASIA)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general-catalyst-asia's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APAC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general-catalyst-asia has backed the data stack (APAC enterprise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GENERAL CATALYST (ASIA)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Asia expansion of US franchise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GENERAL CATALYST (ASIA) — Asia expansion of US franchise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