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ZENITH VENTURE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ZENITH VENTURE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ZENITH VENTURE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ZENITH VENTURE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ZENITH VENTURE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zenith's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Enterprise infrastructure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zenith has backed the data stack (Enterprise infrastructure,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ZENITH VENTURE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 infra pre-seed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ZENITH VENTURE CAPITAL — Enterprise infra pre-seed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