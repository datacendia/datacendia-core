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ZENITH VENTURE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ZENITH VENTURE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ZENITH VENTURE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ZENITH VENTURE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ZENITH VENTURE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Zenith Venture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infrastructure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zenith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ZENITH VENTURE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ZENITH VENTURE CAPITAL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