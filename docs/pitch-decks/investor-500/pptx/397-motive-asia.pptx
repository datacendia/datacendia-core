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PE · Hong Kong / NYC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motive-asia's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enterprise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motive-asia has backed the data stack (Fintech enterprise globally,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buyout/growth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MOTIVE PARTNERS (ASIA) — Global fintech buyout/growth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