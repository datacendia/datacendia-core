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 (ASIA)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 (ASIA)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 (ASIA)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Fintech PE · Hong Kong / NYC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 (ASIA)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 (ASIA)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Motive Partners (Asia) invests in fintech pe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Fintech enterprise globally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motive-asia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 (ASIA)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MOTIVE PARTNERS (ASIA)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