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JUNCTION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JUNCTION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JUNCTION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Portland, OR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JUNCTION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JUNCTION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junction's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Pacific NW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junction has backed the data stack (Pacific NW enterprise,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JUNCTION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Oregon enterprise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JUNCTION VENTURES — Oregon enterprise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