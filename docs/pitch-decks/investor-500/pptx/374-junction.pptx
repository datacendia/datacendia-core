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JUNCTION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JUNCTION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JUNCTION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Portland, OR · $100M+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JUNCTION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JUNCTION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junction's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Pacific NW enterprise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junction has backed the data stack (Pacific NW enterprise,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JUNCTION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Oregon enterprise ecosystem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JUNCTION VENTURES — Oregon enterprise ecosystem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