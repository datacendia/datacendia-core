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SoFi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Fintech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so-fi-ventures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SOFI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