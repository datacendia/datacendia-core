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A* (A-STAR)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A* (A-STAR)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A* (A-STAR)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A* (A-STAR)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A* (A-STAR)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a-star has backed the data stack (AI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A* (A-STAR)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AI-native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A* (A-STAR) PARTNERS — AI-native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