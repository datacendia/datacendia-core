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A* (A-STAR)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A* (A-STAR)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A* (A-STAR)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A* (A-STAR)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A* (A-STAR)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A* (A-Star)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a-star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A* (A-STAR)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AI-native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A* (A-STAR) PARTNERS — AI-native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