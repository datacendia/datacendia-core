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SAMSUNG CATALYST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SAMSUNG CATALYST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SAMSUNG CATALYST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Menlo Park,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SAMSUNG CATALYST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SAMSUNG CATALYST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Samsung Catalyst Fund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and semiconductor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samsung-catalyst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SAMSUNG CATALYST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SAMSUNG CATALYST FUND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