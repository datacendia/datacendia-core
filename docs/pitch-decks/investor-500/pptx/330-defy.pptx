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DEFY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DEFY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DEFY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DEFY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DEFY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defy's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Snyk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Dialpad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defy has backed the data stack (Snyk, dbt) and AI infra (Dialpad).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DEFY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seed/A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DEFY PARTNERS — Enterprise software seed/A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