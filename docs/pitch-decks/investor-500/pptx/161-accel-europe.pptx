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ACCEL (EUROPE)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ACCEL (EUROPE)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ACCEL (EUROPE)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ACCEL (EUROPE)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ACCEL (EUROPE)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Accel (Europe)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Deliveroo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accel-europe portfolio includes Spotify, UiPath, Deliveroo, Miro.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ACCEL (EUROPE)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Top-tier European tech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ACCEL (EUROPE) — Top-tier European tech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