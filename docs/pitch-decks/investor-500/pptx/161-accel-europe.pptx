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ACCEL (EUROPE)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ACCEL (EUROPE)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ACCEL (EUROPE)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ACCEL (EUROPE)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ACCEL (EUROPE)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accel-europe's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Deliveroo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accel-europe has backed the data stack (Spotify, dbt) and AI infra (UiPath).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ACCEL (EUROPE)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Top-tier European tech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ACCEL (EUROPE) — Top-tier European tech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