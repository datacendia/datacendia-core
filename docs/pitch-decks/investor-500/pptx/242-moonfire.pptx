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MOONFIRE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MOONFIRE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MOONFIRE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MOONFIRE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MOONFIRE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moonfire's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European AI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moonfire has backed the data stack (European AI startups,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MOONFIRE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AI-focused European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MOONFIRE VENTURES — AI-focused European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