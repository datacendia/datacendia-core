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EURAZEO VENTURE (EX-IDINVEST)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EURAZEO VENTURE (EX-IDINVEST)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EURAZEO VENTURE (EX-IDINVEST)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Paris, France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EURAZEO VENTURE (EX-IDINVEST)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EURAZEO VENTURE (EX-IDINVEST)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idinvest's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Criteo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Mirakl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ManoMano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idinvest has backed the data stack (Criteo, dbt) and AI infra (Mirakl).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EURAZEO VENTURE (EX-IDINVEST)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French ecosystem deep tech investing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EURAZEO VENTURE (EX-IDINVEST) — French ecosystem deep tech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