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AMPLIFY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AMPLIFY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AMPLIFY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AMPLIFY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AMPLIFY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amplify's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Hashicorp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Fastly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amplify has backed the data stack (Hashicorp, dbt) and AI infra (Datadog).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AMPLIFY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AMPLIFY PARTNERS — Developer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