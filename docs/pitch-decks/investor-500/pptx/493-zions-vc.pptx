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IONS BANCORPORA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IONS BANCORPORA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IONS BANCORPORA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lt Lake City, U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IONS BANCORPORA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IONS BANCORPORA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ions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anking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ions-vc has backed the data stack (Banking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IONS BANCORPORA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ional bank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IONS BANCORPORATION VENTURES — Regional bank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