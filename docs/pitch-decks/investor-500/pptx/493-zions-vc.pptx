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ZIONS BANCORPORATION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ZIONS BANCORPORATION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ZIONS BANCORPORATION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Salt Lake City, UT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ZIONS BANCORPORATION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ZIONS BANCORPORATION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Zions Bancorporation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Banking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zions-vc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ZIONS BANCORPORATION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ZIONS BANCORPORATION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