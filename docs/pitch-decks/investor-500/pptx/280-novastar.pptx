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NOVASTAR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NOVASTAR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NOVASTAR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Nairobi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NOVASTAR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NOVASTAR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novastar's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East African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novastar has backed the data stack (East African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NOVASTAR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East Africa enterprise tech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NOVASTAR VENTURES — East Africa enterprise tech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