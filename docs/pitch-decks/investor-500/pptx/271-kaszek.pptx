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KASZEK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KASZEK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KASZEK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Buenos Aires, Argentina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KASZEK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KASZEK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Kaszek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Kavak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NotCo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kaszek portfolio includes Nubank, Kavak, NotCo.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KASZEK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LatAm technology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KASZEK VENTURES — LatAm technology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