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ASZEK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ASZEK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ASZEK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uenos Aires, Argentina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ASZEK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ASZEK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Kaszek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va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C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aszek portfolio includes Nubank, Kavak, NotCo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ASZEK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tAm technology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KASZEK VENTURES — LatAm technology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