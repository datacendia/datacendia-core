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GAW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GAW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GAW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Real Estate PE · Hong Kong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GAW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GAW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gaw's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real estate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gaw has backed the data stack (Asian real estate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GAW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 PropTech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GAW CAPITAL — Asia PropTech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