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NAVER D2SF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NAVER D2SF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NAVER D2SF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Seongnam, South Korea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NAVER D2SF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NAVER D2SF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NAVER D2SF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 AI and platform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nam portfolio includes Korean AI and platform.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NAVER D2SF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NAVER D2SF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