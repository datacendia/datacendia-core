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EMBARK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EMBARK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EMBARK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EMBARK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EMBARK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embark's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AI/ML startups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embark has backed the data stack (AI/ML startups,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EMBARK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Applied AI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EMBARK VENTURES — Applied AI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