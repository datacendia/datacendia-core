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EMBARK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EMBARK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EMBARK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EMBARK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EMBARK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Embark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AI/ML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embark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EMBARK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EMBARK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