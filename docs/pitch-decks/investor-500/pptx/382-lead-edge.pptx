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LEAD EDGE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LEAD EDGE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LEAD EDGE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LEAD EDGE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LEAD EDGE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lead-edge's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Alibaba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lead-edge has backed the data stack (Alibaba, dbt) and AI infra (Spotify).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LEAD EDGE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growth through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LEAD EDGE CAPITAL — Enterprise growth through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