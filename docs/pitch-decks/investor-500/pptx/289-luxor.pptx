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LUXOR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LUXOR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LUXOR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Hedge Fund / VC · New York, NY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LUXOR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LUXOR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luxor's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Tech opportunistic investing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luxor has backed the data stack (Tech opportunistic investing,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LUXOR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Crossover technology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LUXOR CAPITAL — Crossover technology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