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LUXOR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LUXOR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LUXOR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Hedge Fund / VC · New York, NY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LUXOR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LUXOR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Luxor Capital invests in hedge fund /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 opportunistic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luxor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LUXOR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Crossover technology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LUXOR CAPITAL — Crossover technology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