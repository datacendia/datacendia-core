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ROCKETSHIP.VC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ROCKETSHIP.VC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ROCKETSHIP.VC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ROCKETSHIP.VC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ROCKETSHIP.VC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Rocketship.vc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Consumer and enterprise hybrid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rocketship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ROCKETSHIP.VC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ROCKETSHIP.VC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