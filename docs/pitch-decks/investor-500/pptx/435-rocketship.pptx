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ROCKETSHIP.VC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ROCKETSHIP.VC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ROCKETSHIP.VC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ROCKETSHIP.VC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ROCKETSHIP.VC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rocketship's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Consumer and enterprise hybrid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rocketship has backed the data stack (Consumer and enterprise hybrid,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ROCKETSHIP.VC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Data-driven global 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ROCKETSHIP.VC — Data-driven global 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