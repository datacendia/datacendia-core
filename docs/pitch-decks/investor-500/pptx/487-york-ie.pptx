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YORK IE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YORK 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YORK IE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Manchester, NH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YORK 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YORK IE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York IE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Northeast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york-ie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YORK 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YORK IE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