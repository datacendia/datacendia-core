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founders-fund's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founders-fund has backed the data stack (SpaceX, dbt) and AI infra (Palantir).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Transformative technology — Peter Thiel legacy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Transformative technology — Peter Thiel legacy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