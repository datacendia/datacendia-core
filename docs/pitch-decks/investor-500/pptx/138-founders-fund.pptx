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Founders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founders-fund portfolio includes SpaceX, Palantir, Stripe, Airbnb.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Transformative technology — Peter Thiel legacy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FOUNDERS FUND — Transformative technology — Peter Thiel legacy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