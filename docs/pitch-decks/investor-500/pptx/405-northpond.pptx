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POND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POND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POND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Greenwich, CT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POND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POND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rthpo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ience-driven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pond has backed the data stack (Science-driven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POND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scienc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POND VENTURES — Deep scienc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