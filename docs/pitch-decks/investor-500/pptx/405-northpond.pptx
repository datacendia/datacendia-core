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PON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PON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PON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reenwich, C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PON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PON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thpo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ience-drive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pond has backed the data stack (Science-driven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PON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scienc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THPOND VENTURES — Deep scienc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