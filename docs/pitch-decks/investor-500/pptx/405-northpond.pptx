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NORTHPOND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NORTHPOND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NORTHPOND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Greenwich, CT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NORTHPOND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NORTHPOND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northpond's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Science-driven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northpond has backed the data stack (Science-driven enterprise,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NORTHPOND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Deep science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NORTHPOND VENTURES — Deep science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