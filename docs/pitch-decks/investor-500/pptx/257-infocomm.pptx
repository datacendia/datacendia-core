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INFOCOMM INVESTMENTS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INFOCOMM INVESTMENTS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INFOCOMM INVESTMENTS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Fund · Singapore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INFOCOMM INVESTMENTS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INFOCOMM INVESTMENTS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Infocomm Investments invests in government fund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Singapore digital economy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infocomm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INFOCOMM INVESTMENTS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Singapore government tech fund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INFOCOMM INVESTMENTS — Singapore government tech fund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