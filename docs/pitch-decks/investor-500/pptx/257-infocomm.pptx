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INFOCOMM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INFOCOMM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INFOCOMM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Fund · Singapore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INFOCOMM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INFOCOMM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infocomm's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Singapore digital economy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infocomm has backed the data stack (Singapore digital economy,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INFOCOMM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Singapore government tech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INFOCOMM INVESTMENTS — Singapore government tech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