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CAVALRY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CAVALRY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CAVALRY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Berlin, Germany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CAVALRY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CAVALRY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cavalry's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Pitch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Tourlane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Grover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cavalry has backed the data stack (Pitch, dbt) and AI infra (Tourlane).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CAVALRY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Berlin pre-seed and seed — enterprise focus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CAVALRY VENTURES — Berlin pre-seed and seed — enterprise focus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