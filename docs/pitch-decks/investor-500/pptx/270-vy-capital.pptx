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Dubai / San Francisco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VY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vy-capital portfolio includes SpaceX, Discord, Reddit.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growth — UAE-US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VY CAPITAL — Crossover growth — UAE-US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