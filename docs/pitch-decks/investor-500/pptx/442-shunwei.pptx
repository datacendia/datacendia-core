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SHUNWEI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SHUNWEI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SHUNWEI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Beijing, China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SHUNWEI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SHUNWEI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shunwei's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mobile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shunwei has backed the data stack (Chinese mobile and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SHUNWEI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Lei Jun — Xiaomi founder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SHUNWEI CAPITAL — Lei Jun — Xiaomi founder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