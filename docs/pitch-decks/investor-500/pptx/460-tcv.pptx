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TCV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TCV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TCV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 / NYC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TCV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TCV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tcv's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Netflix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tcv has backed the data stack (Airbnb, dbt) and AI infra (Spotify).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TCV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Crossover Ventures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TCV — Technology Crossover Ventures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