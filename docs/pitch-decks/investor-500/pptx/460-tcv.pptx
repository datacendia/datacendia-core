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TCV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TCV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TCV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 / NYC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TCV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TCV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TCV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Netflix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tcv portfolio includes Airbnb, Spotify, Netflix.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TCV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TCV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