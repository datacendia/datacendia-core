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PHOENIX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PHOENIX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PHOENIX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PHOENIX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PHOENIX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phoenix-vc's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Advanced materials &amp;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phoenix-vc has backed the data stack (Advanced materials &amp;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PHOENIX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Materials science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PHOENIX VENTURE PARTNERS — Materials science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