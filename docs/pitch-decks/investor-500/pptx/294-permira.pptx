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PERMIRA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PERMIRA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PERMIRA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Private Equity · London / Menlo Park · $80B+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PERMIRA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PERMIRA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Permira invests in private equity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Informatica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Genesys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Zendesk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permira portfolio includes Informatica, Genesys, Zendesk.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PERMIRA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software buyout specialist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PERMIRA — Enterprise software buyout specialist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