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PERMIRA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PERMIRA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PERMIRA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London / Menlo Park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PERMIRA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PERMIRA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permira's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Informatica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Genesys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permira has backed the data stack (Informatica, dbt) and AI infra (Genesys).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PERMIRA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software buyout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PERMIRA — Enterprise software buyout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