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MONTAGE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MONTAGE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MONTAGE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MONTAGE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MONTAGE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Montage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montage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MONTAGE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MONTAGE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