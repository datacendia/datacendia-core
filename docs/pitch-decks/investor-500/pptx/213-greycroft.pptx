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GREYCROFT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GREYCROFT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GREYCROFT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GREYCROFT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GREYCROFT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Greycroft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Venmo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Huffington Post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Braintree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greycroft portfolio includes Venmo, Huffington Post, Braintree.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GREYCROFT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Consumer and enterprise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GREYCROFT — Consumer and enterprise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