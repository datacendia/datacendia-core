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GREYCROFT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GREYCROFT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GREYCROFT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New York, NY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GREYCROFT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GREYCROFT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greycroft's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Venmo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Huffington Post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Braintree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greycroft has backed the data stack (Venmo, dbt) and AI infra (Huffington Post).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GREYCROFT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Consumer and enterprise investing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GREYCROFT — Consumer and enterprise investing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