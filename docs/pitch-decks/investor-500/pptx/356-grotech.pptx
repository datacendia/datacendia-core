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GROTECH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GROTECH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GROTECH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Owings Mills, MD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GROTECH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GROTECH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Grotech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Advertising.com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grotech portfolio includes Advertising.com, Sourcefire.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GROTECH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GROTECH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