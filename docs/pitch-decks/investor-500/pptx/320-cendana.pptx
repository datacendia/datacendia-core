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CENDANA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CENDANA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CENDANA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Fund of Funds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CENDANA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CENDANA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cendana's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Seed fund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cendana has backed the data stack (Seed fund investments,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CENDANA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Fund of funds — seed exposure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CENDANA CAPITAL — Fund of funds — seed exposure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