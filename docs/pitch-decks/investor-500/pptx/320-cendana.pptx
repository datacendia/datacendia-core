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CENDANA CAPITAL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CENDANA CAPITAL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CENDANA CAPITAL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Fund of Funds · San Francisco, CA · $2B+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CENDANA CAPITAL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CENDANA CAPITAL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cendana's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Seed fund investments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Anyscale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Hex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cendana has backed the data stack (Seed fund investments, dbt) and AI infra (Anyscale). Datacendia completes the stack: decision evidence,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CENDANA CAPITAL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Fund of funds — seed exposure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CENDANA CAPITAL — Fund of funds — seed exposure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