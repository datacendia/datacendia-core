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CORAL CAPITAL (JAMES RINEY)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CORAL CAPITAL (JAMES RINEY)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CORAL CAPITAL (JAMES RINEY)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Tokyo, Japan · $300M+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CORAL CAPITAL (JAMES RINEY)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CORAL CAPITAL (JAMES RINEY)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james-riney's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SmartHR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inFlow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james-riney has backed the data stack (SmartHR, dbt) and AI infra (inFlow).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CORAL CAPITAL (JAMES RINEY)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Japan enterprise SaaS leader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CORAL CAPITAL (JAMES RINEY) — Japan enterprise SaaS leader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