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BEDROCK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BEDROCK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BEDROCK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BEDROCK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BEDROCK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Bedrock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contrarian bets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bedrock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BEDROCK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BEDROCK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