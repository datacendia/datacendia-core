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BEDROCK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BEDROCK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BEDROCK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BEDROCK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BEDROCK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bedrock's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contrarian bets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bedrock has backed the data stack (Enterprise contrarian bets,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BEDROCK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Narrative violation thesis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BEDROCK CAPITAL — Narrative violation thesis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