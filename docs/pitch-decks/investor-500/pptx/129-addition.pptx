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ADDITION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ADDITION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ADDITION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ADDITION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ADDITION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Addition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addition portfolio includes Plaid, Figma, Notion.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ADDITION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Founded by Lee Fixel — concentrated portfolio approach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ADDITION — Founded by Lee Fixel — concentrated portfolio approach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