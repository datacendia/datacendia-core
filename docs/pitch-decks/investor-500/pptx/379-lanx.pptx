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LANX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LANX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LANX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$200M+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LANX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LANX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lanx's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Enterprise fintech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lanx has backed the data stack (Enterprise fintech,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LANX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NYC enterprise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LANX CAPITAL — NYC enterprise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