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MAVERON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MAVERON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MAVERON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Seattle, WA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MAVERON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MAVERON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maveron's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Zulily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Potbelly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General Assembly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maveron has backed the data stack (Zulily, dbt) and AI infra (Potbelly).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MAVERON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— Starbucks origin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MAVERON — Consumer and enterprise — Starbucks origin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