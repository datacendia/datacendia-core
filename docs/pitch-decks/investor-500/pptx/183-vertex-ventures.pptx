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VERTEX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VERTEX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VERTEX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VERTEX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VERTEX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vertex-ventures's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Patsnap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vertex-ventures has backed the data stack (Grab, dbt) and AI infra (Patsnap).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VERTEX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Temasek-backed Southeast Asia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VERTEX VENTURES — Temasek-backed Southeast Asia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