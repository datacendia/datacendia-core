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Salesforce Ventures (Asia)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enterprise CRM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salesforce-ventures2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SALESFORCE VENTURES (ASIA)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