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SALESFORCE VENTURES (ASIA)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SALESFORCE VENTURES (ASIA)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SALESFORCE VENTURES (ASIA)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Tokyo / Singapore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SALESFORCE VENTURES (ASIA)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SALESFORCE VENTURES (ASIA)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salesforce-ventures2's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Asian enterprise CRM ecosystem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salesforce-ventures2 has backed the data stack (Asian enterprise CRM ecosystem,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SALESFORCE VENTURES (ASIA)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Salesforce APAC CVC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SALESFORCE VENTURES (ASIA) — Salesforce APAC CVC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