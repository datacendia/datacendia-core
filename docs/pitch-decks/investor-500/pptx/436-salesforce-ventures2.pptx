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 (ASIA)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 (ASIA)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 (ASIA)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Tokyo / Singapore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 (ASIA)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 (ASIA)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salesforce-ventures2's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enterprise CRM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salesforce-ventures2 has backed the data stack (Asian enterprise CRM ecosystem,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 (ASIA)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APAC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(ASIA) — Salesforce APAC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