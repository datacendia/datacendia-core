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ASIA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ASIA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ASIA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Seoul / Singapore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ASIA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ASIA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Scale Asia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APAC enterprise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scale-asia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ASIA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SCALE ASIA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