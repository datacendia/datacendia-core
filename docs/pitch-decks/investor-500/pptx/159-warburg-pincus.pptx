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WARBURG PINCUS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WARBURG PINCUS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WARBURG PINCUS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$83B+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WARBURG PINCUS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WARBURG PINCUS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warburg-pincus's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Ant Financial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Lenskart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warburg-pincus has backed the data stack (Ant Financial, dbt) and AI infra (Lenskart).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WARBURG PINCUS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growth PE — technology and financial services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WARBURG PINCUS — Global growth PE — technology and financial services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