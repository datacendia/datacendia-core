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WARBURG PINCUS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WARBURG PINCUS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WARBURG PINCUS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$83B+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WARBURG PINCUS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WARBURG PINCUS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Warburg Pincus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Ant Financial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Lenskart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warburg-pincus portfolio includes Ant Financial, Lenskart, GoTo.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WARBURG PINCUS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growth PE — technology and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WARBURG PINCUS — Global growth PE — technology and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