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UNION TECH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UNION TECH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UNION TECH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UNION TECH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UNION TECH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union-tech's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German enterprise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union-tech has backed the data stack (German enterprise seed,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UNION TECH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Berlin seed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UNION TECH VENTURES — Berlin seed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