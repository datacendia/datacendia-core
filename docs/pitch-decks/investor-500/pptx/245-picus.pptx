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PICUS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PICUS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PICUS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PICUS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PICUS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Picus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picus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PICUS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B2B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PICUS CAPITAL — DACH B2B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