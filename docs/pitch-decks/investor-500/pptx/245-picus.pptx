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PICUS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PICUS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PICUS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PICUS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PICUS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picus's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enterprise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picus has backed the data stack (German enterprise startups,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PICUS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B2B SaaS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PICUS CAPITAL — DACH B2B SaaS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