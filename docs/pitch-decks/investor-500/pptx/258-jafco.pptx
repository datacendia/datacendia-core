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JAFCO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JAFCO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JAFCO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JAFCO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JAFCO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jafco's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Nomura NRI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jafco has backed the data stack (Nomura NRI, dbt) and AI infra (SmartNews).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JAFCO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Oldest Japanese VC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JAFCO GROUP — Oldest Japanese VC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