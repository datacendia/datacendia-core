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MISK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MISK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MISK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· Riyadh, Saudi Arabia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MISK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MISK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misk's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Saudi youth tech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misk has backed the data stack (Saudi youth tech initiatives,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MISK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technology entrepreneurship and AI education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MISK FOUNDATION — Saudi technology entrepreneurship and AI education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