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MISK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MISK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MISK FOUNDATION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· Riyadh, Saudi Arabia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MISK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MISK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Misk Foundation invests in foundation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Saudi youth tech initiatives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misk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MISK 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Saudi technology entrepreneurship and AI education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MISK FOUNDATION — Saudi technology entrepreneurship and AI education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