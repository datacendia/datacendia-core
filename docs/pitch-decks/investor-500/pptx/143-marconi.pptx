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MARCONIVENTURES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MARCONIVENTURES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MARCONIVENTURES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$150M+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MARCONIVENTURES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MARCONIVENTURES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marconi's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National 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marconi has backed the data stack (National security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MARCONIVENTURES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for defense and intelligence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MARCONIVENTURES — Deep tech for defense and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