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MARCONIVENTURES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MARCONIVENTURES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MARCONIVENTURES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Defense VC · Washington, DC · $150M+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MARCONIVENTURES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MARCONIVENTURES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marconi's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National security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marconi has backed the data stack (National security startups,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MARCONIVENTURES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Deep tech for defense and intelligence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MARCONIVENTURES — Deep tech for defense and intelligence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