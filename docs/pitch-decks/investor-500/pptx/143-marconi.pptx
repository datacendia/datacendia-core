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MARCONIVENTURES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MARCONIVENTURES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MARCONIVENTURES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Defense VC · Washington, DC · $150M+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MARCONIVENTURES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MARCONIVENTURES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MarconiVentures invests in defense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National security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marconi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MARCONIVENTURES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for defense and 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MARCONIVENTURES — Deep tech for defense and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