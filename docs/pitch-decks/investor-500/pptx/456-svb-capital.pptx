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SVB CAPITAL (SILICON VALLEY BANK)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SVB CAPITAL (SILICON VALLEY BANK)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SVB CAPITAL (SILICON VALLEY BANK)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Santa Clara, CA · $10B+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SVB CAPITAL (SILICON VALLEY BANK)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SVB CAPITAL (SILICON VALLEY BANK)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svb-capital's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Fund of funds plus direct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svb-capital has backed the data stack (Fund of funds plus direct,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SVB CAPITAL (SILICON VALLEY BANK)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Innovation economy specialist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SVB CAPITAL (SILICON VALLEY BANK) — Innovation economy specialist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