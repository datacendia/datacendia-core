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SVB CAPITAL (SILICON VALLEY BANK)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SVB CAPITAL (SILICON VALLEY BANK)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SVB CAPITAL (SILICON VALLEY BANK)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Santa Clara, CA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SVB CAPITAL (SILICON VALLEY BANK)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SVB CAPITAL (SILICON VALLEY BANK)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SVB Capital (Silicon Valley Bank)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Fund of funds plus direct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svb-capital portfolio includes Fund of funds plus direct.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SVB CAPITAL (SILICON VALLEY BANK)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SVB CAPITAL (SILICON VALLEY BANK)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