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KKR (TECHNOLOGY GROUP)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KKR (TECHNOLOGY GROUP)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KKR (TECHNOLOGY GROUP)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Private Equity · New York, NY · $500B+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KKR (TECHNOLOGY GROUP)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KKR (TECHNOLOGY GROUP)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AI is eating software. kkr-tech's dedicated AI fund backs infrastructure that becomes the default layer for enterprise AI adoption.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Datacendia is the missing governance layer for enterprise AI — the infrastructure that sits between AI deployment and regulatory compliance. As AI adoption accelerates, every enterprise needs cryptographic proof of AI decisions.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BMC Software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Epicor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Cloudera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dbt Labs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Replit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kkr-tech has backed the data stack (BMC Software, dbt) and AI infra (Epicor). Datacendia completes the stack: governance, accountability, and regulatory compliance for every AI decision.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KKR (TECHNOLOGY GROUP)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Enterprise tech buyouts and growth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AI Infrastructure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 warm enterprise intros (financial institution, Big 4 channel). NVIDIA Inception member.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GTM hiring, SOC 2 Type II certification, first enterprise pilots.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KKR (TECHNOLOGY GROUP) — Enterprise tech buyouts and growth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Andreessen Horowitz (a16z)</dc:title>
  <dc:subject>PptxGenJS Presentation</dc:subject>
  <dc:creator>Datacendia</dc:creator>
  <cp:lastModifiedBy>Datacendia</cp:lastModifiedBy>
  <cp:revision>1</cp:revision>
  <dcterms:created xsi:type="dcterms:W3CDTF">2026-03-17T15:48:25Z</dcterms:created>
  <dcterms:modified xsi:type="dcterms:W3CDTF">2026-03-17T15:48:25Z</dcterms:modified>
</cp:coreProperties>
</file>