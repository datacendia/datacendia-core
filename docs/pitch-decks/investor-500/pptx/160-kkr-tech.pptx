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KKR (TECHNOLOGY GROUP)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KKR (TECHNOLOGY GROUP)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KKR (TECHNOLOGY GROUP)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New York, NY · $500B+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KKR (TECHNOLOGY GROUP)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KKR (TECHNOLOGY GROUP)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KKR (Technology Group) invests in private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BMC Software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Epicor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Cloudera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kkr-tech portfolio includes BMC Software, Epicor, Cloudera.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KKR (TECHNOLOGY GROUP)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tech buyouts and growth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KKR (TECHNOLOGY GROUP) — Enterprise tech buyouts and growth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