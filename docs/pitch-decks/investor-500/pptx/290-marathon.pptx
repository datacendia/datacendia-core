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MARATHON ASSET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MARATHON ASSET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MARATHON ASSET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Manager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MARATHON ASSET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MARATHON ASSET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marathon's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and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marathon has backed the data stack (Credit and technology,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MARATHON ASSET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Credit-focused with tech allocation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MARATHON ASSET MANAGEMENT — Credit-focused with tech allocation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