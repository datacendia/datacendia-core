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MARATHON ASSET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MARATHON ASSET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MARATHON ASSET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Asset Manager · New York, NY · $20B+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MARATHON ASSET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MARATHON ASSET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marathon's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 and technology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marathon has backed the data stack (Credit and technology,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MARATHON ASSET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Credit-focused with tech allocation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MARATHON ASSET MANAGEMENT — Credit-focused with tech allocation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