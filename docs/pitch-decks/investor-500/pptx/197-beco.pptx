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BECO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BECO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BECO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Dubai, UAE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BECO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BECO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BECO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Kitopi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Baraka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Vezeeta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beco portfolio includes Kitopi, Baraka, Vezeeta.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BECO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MENA technology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BECO CAPITAL — MENA technology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