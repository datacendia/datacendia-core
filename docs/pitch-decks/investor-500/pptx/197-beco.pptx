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BECO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BECO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BECO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Dubai,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BECO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BECO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beco's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Kitopi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Baraka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Vezeeta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beco has backed the data stack (Kitopi, dbt) and AI infra (Baraka).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BECO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BECO CAPITAL — MENA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