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HENKEL DX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HENKEL DX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HENKEL DX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Düsseldorf, Germany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HENKEL DX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HENKEL DX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Henkel dx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Industrial AI and supply chain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henkel-dx portfolio includes Industrial AI and supply chain.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HENKEL DX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HENKEL DX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