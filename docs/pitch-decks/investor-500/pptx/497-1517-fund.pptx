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517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517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517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517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517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1517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oung founder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517-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517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1517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