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1517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1517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1517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1517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1517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1517-fund's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Young founders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1517-fund has backed the data stack (Young founders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1517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Thiel Fellowship affiliated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1517 FUND — Thiel Fellowship affiliated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