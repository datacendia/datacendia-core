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1517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1517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1517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1517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1517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1517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oung founders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1517-fun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1517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1517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