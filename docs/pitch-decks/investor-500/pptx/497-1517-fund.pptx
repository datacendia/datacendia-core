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517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517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517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517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517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1517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oung founder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517-fund has backed the data stack (Young founders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517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iel Fellowship affilia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1517 FUND — Thiel Fellowship affili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