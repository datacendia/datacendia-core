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FFEINAT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FFEINAT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FFEINAT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FFEINAT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FFEINAT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ffeinate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pp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ffeinated portfolio includes Plaid, Airtable, Rippling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FFEINAT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FFEINATE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