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D1 CAPITAL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D1 CAPITAL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D1 CAPITAL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Crossover Fund · New York, NY · $20B+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D1 CAPITAL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D1 CAPITAL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D1 Capital Partners invests in crossover fund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d1-capital portfolio includes SpaceX, Stripe.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D1 CAPITAL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D1 CAPITAL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