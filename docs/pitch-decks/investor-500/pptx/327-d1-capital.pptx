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D1 CAPITAL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D1 CAPITAL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D1 CAPITAL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Crossover Fund · New York, NY · $20B+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D1 CAPITAL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D1 CAPITAL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d1-capital's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SpaceX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Stripe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d1-capital has backed the data stack (SpaceX, dbt) and AI infra (Stripe).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D1 CAPITAL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Public/private tech crossover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D1 CAPITAL PARTNERS — Public/private tech crossover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