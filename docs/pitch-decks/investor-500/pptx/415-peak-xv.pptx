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PEAK XV (EX-SEQUOIA SEA)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PEAK XV (EX-SEQUOIA SEA)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PEAK XV (EX-SEQUOIA SEA)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Singapore / Mumbai · $9B+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PEAK XV (EX-SEQUOIA SEA)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PEAK XV (EX-SEQUOIA SEA)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peak-xv's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GoTo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Gojek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Zomato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peak-xv has backed the data stack (GoTo, dbt) and AI infra (Gojek).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PEAK XV (EX-SEQUOIA SEA)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Southeast Asia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PEAK XV (EX-SEQUOIA SEA) — Southeast Asia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