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PEAK XV (EX-SEQUOIA SEA)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PEAK XV (EX-SEQUOIA SEA)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PEAK XV (EX-SEQUOIA SEA)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Singapore / Mumbai · $9B+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PEAK XV (EX-SEQUOIA SEA)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PEAK XV (EX-SEQUOIA SEA)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Peak XV (ex-Sequoia SEA)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Gojek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Zomato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peak-xv portfolio includes GoTo, Gojek, Zomato.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PEAK XV (EX-SEQUOIA SEA)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PEAK XV (EX-SEQUOIA SEA)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