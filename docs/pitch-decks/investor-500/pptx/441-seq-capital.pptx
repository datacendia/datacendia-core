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SEQ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SEQ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SEQ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SEQ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SEQ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seq-capital's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Seed enterprise infra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seq-capital has backed the data stack (Seed enterprise infra,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SEQ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infrastructure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SEQ CAPITAL — Enterprise infrastructure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