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HEADLINE (EX-E.VENTURES)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HEADLINE (EX-E.VENTURES)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HEADLINE (EX-E.VENTURES)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San Francisco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HEADLINE (EX-E.VENTURES)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HEADLINE (EX-E.VENTURES)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headline's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Farfetch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Sonos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headline has backed the data stack (Farfetch, dbt) and AI infra (Groupon).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HEADLINE (EX-E.VENTURES)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HEADLINE (EX-E.VENTURES) — Transatlantic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