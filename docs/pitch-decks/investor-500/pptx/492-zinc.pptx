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ZINC 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ZINC 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ZINC 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ZINC 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ZINC 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zinc's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Mission-driven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zinc has backed the data stack (Mission-driven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ZINC 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Social impact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ZINC VC — Social impact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