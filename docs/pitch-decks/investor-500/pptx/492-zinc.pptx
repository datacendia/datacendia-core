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ZINC 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ZINC 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ZINC 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ZINC 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ZINC 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Zinc VC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Mission-driven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zinc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ZINC 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ZINC VC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