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SQUARE PEG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SQUARE PEG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SQUARE PEG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Melbourne, Australia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SQUARE PEG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SQUARE PEG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Square Peg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Fiverr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 (AU)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square-peg portfolio includes Canva, Fiverr, Stripe (AU).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SQUARE PEG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Australia-Israel-SE Asia enterprise bridge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SQUARE PEG CAPITAL — Australia-Israel-SE Asia enterprise bridge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