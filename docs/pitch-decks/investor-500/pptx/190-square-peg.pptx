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SQUARE PEG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SQUARE PEG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SQUARE PEG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Melbourne, Australia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SQUARE PEG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SQUARE PEG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square-peg's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Fiverr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 (AU)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square-peg has backed the data stack (Canva, dbt) and AI infra (Fiverr).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SQUARE PEG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Australia-Israel-SE Asia enterprise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SQUARE PEG CAPITAL — Australia-Israel-SE Asia enterprise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