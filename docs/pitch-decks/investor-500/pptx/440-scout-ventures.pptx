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SCOUT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SCOUT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SCOUT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SCOUT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SCOUT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scout-ventures's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Defense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scout-ventures has backed the data stack (Defense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SCOUT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defense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SCOUT VENTURES — NYC defense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