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SCOUT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SCOUT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SCOUT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SCOUT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SCOUT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Scout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Defense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scout-ventures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SCOUT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SCOUT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