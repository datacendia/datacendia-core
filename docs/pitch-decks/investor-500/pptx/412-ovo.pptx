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OVO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OVO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OVO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OVO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OVO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OVO Fund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pre-seed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ovo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OVO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OVO FUND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