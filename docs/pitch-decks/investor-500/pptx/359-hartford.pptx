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HARTFORD HEALTHCARE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HARTFORD HEALTHCARE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HARTFORD HEALTHCARE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Hartford, CT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HARTFORD HEALTHCARE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HARTFORD HEALTHCARE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hartford's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Healthcare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hartford has backed the data stack (Healthcare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HARTFORD HEALTHCARE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 system innovation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HARTFORD HEALTHCARE VENTURES — Health system innovation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