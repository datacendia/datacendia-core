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ARTFORD HEALTHCA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ARTFORD HEALTHCA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ARTFORD HEALTHCA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Hartford, CT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ARTFORD HEALTHCA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ARTFORD HEALTHCA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hartfor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althcar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artford has backed the data stack (Healthcare AI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ARTFORD HEALTHCA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ealth system innovation a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ARTFORD HEALTHCARE VENTURES — Health system innovation a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