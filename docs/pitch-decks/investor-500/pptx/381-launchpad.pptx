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LAUNCHPAD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LAUNCHPAD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LAUNCHPAD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LAUNCHPAD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LAUNCHPAD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launchpad's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launchpad has backed the data stack (Enterprise pre-seed,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LAUNCHPAD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Bay Area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LAUNCHPAD CAPITAL — Bay Area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