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matrix's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 has backed the data stack (HubSpot, dbt) and AI infra (Zendesk).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MATRIX PARTNERS — Multi-stage enterprise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