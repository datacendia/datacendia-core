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ABBEY ROAD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ABBEY ROAD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ABBEY ROAD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ABBEY ROAD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ABBEY ROAD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abbey-road's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abbey-road has backed the data stack (Enterprise SaaS,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ABBEY ROAD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B2B seed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ABBEY ROAD CAPITAL — B2B seed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