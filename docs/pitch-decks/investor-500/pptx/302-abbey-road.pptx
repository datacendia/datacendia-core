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ABBEY ROAD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ABBEY ROAD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ABBEY ROAD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ABBEY ROAD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ABBEY ROAD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Abbey Road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abbey-road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ABBEY ROAD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ABBEY ROAD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