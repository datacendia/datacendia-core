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TA ASSOCIATES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TA ASSOCIATES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TA ASSOCIATES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Boston, MA · $50B+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TA ASSOCIATES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TA ASSOCIATES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TA Associates invests in growth equity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RealPage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Calypso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Immuta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TA-associates portfolio includes RealPage, Calypso, Immuta.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TA ASSOCIATES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50+ year enterprise growth investor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TA ASSOCIATES — 50+ year enterprise growth investor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