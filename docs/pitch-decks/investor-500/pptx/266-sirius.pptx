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SIRIUS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SIRIUS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SIRIUS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Melbourne, Australia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SIRIUS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SIRIUS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sirius's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Australian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sirius has backed the data stack (Australian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SIRIUS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Australian defense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SIRIUS VENTURE CAPITAL — Australian defense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