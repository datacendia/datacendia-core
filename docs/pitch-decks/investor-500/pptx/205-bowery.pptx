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BOWERY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BOWERY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BOWERY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BOWERY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BOWERY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bowery's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Nuvocargo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Threekit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bowery has backed the data stack (Nuvocargo, dbt) and AI infra (Threekit).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BOWERY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software seed stage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BOWERY CAPITAL — B2B software seed stage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