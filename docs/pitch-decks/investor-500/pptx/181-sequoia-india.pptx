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PEAK XV PARTNERS (EX-SEQUOIA INDIA)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PEAK XV PARTNERS (EX-SEQUOIA INDIA)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PEAK XV PARTNERS (EX-SEQUOIA INDIA)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Bangalore, India · $9B+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PEAK XV PARTNERS (EX-SEQUOIA INDIA)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PEAK XV PARTNERS (EX-SEQUOIA INDIA)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Peak XV Partners (ex-Sequoia India)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Zomato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Razorpay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sequoia-india portfolio includes Zomato, BYJUs, Razorpay, Cred.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PEAK XV PARTNERS (EX-SEQUOIA INDIA)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and Southeast Asia technology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PEAK XV PARTNERS (EX-SEQUOIA INDIA) — India and Southeast Asia technology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