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PEAK XV PARTNERS (EX-SEQUOIA INDIA)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PEAK XV PARTNERS (EX-SEQUOIA INDIA)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PEAK XV PARTNERS (EX-SEQUOIA INDIA)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Bangalore, India · $9B+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PEAK XV PARTNERS (EX-SEQUOIA INDIA)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PEAK XV PARTNERS (EX-SEQUOIA INDIA)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sequoia-india's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Zomato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Razorpay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sequoia-india has backed the data stack (Zomato, dbt) and AI infra (BYJUs).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PEAK XV PARTNERS (EX-SEQUOIA INDIA)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and Southeast Asia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PEAK XV PARTNERS (EX-SEQUOIA INDIA) — India and Southeast Asia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