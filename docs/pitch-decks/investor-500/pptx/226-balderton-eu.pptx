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Balderton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balderton-eu portfolio includes Revolut, GoCardless, Citymapper.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BALDERTON CAPITAL — European enterprise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