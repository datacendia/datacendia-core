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BALDERTON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BALDERTON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BALDERTON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BALDERTON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BALDERTON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balderton-eu's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GoCardless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Citymapper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balderton-eu has backed the data stack (Revolut, dbt) and AI infra (GoCardless).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BALDERTON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enterprise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BALDERTON CAPITAL — European enterprise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