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BALDERTON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BALDERTON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BALDERTON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London, UK · $5B+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BALDERTON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BALDERTON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balderton-eu's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Revolut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GoCardless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Citymapper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balderton-eu has backed the data stack (Revolut, dbt) and AI infra (GoCardless).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BALDERTON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European enterprise leader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BALDERTON CAPITAL — European enterprise leader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