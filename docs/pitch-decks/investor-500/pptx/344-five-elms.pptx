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FIVE ELMS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FIVE ELMS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FIVE ELMS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Kansas City, MO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FIVE ELMS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FIVE ELMS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five-elms's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B2B software growth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five-elms has backed the data stack (B2B software growth,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FIVE ELMS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Mid-market B2B software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FIVE ELMS CAPITAL — Mid-market B2B software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