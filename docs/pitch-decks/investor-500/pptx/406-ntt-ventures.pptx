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NTT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NTT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NTT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 / Palo Alto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NTT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NTT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ntt-ventures's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networking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ntt-ventures has backed the data stack (Enterprise networking,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NTT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NTT Group tech investment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NTT VENTURE CAPITAL — NTT Group tech investment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