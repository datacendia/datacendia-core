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POINT72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POINT72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POINT72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POINT72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POINT72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point72's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 infra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Fintech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point72 has backed the data stack (Data infra, dbt) and AI infra (Fintech).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POINT72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Steve Cohen tech venture arm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POINT72 VENTURES — Steve Cohen tech venture arm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