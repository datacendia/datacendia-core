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POINT72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POINT72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POINT72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POINT72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POINT72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Point72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 infra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point72 portfolio includes Data infra.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POINT72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POINT72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