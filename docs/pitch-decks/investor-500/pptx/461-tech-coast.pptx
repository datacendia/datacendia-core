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TECH COAST ANGELS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TECH COAST ANGELS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TECH COAST ANGELS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Angel Network · Los Angeles,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TECH COAST ANGELS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TECH COAST ANGELS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tech-coast's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Southern CA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tech-coast has backed the data stack (Southern CA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TECH COAST ANGELS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 angel network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TECH COAST ANGELS — LA angel network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