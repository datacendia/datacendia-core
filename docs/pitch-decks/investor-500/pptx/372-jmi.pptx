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JMI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JMI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JMI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Baltimore, MD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JMI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JMI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jmi's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LifeLock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Bswift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jmi has backed the data stack (Bronto, dbt) and AI infra (LifeLock).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JMI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JMI EQUITY — Enterprise software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