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Z VENTURE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Z VENTURE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Z VENTURE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Tokyo, Japan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Z VENTURE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Z VENTURE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z-venture's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Japanese enterprise AI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z-venture has backed the data stack (Japanese enterprise AI,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Z VENTURE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SoftBank affiliate Japan seed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Z VENTURE CAPITAL — SoftBank affiliate Japan seed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