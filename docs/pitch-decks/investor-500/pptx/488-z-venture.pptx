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 Venture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-ventur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 VENTURE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