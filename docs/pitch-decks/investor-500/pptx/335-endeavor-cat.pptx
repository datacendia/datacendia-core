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ENDEAVOR CATALYST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ENDEAVOR CATALYST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ENDEAVOR CATALYST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ENDEAVOR CATALYST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ENDEAVOR CATALYST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endeavor-cat's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Endeavor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endeavor-cat has backed the data stack (Endeavor network,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ENDEAVOR CATALYST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entrepreneurship network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ENDEAVOR CATALYST — Global entrepreneurship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