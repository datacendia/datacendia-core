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LYTICAL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LYTICAL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LYTICAL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McLean, VA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LYTICAL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LYTICAL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lytical's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Babel 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HawkEye 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lytical has backed the data stack (Babel Street, dbt) and AI infra (Shift5).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LYTICAL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Intelligence community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LYTICAL VENTURES — Intelligence community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