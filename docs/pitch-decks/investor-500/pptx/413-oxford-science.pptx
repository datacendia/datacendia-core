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OXFORD SCIENCE ENTERPRISES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OXFORD SCIENCE ENTERPRISES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OXFORD SCIENCE ENTERPRISES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Oxford,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OXFORD SCIENCE ENTERPRISES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OXFORD SCIENCE ENTERPRISES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oxford-science's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Oxford spinouts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oxford-science has backed the data stack (Oxford spinouts,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OXFORD SCIENCE ENTERPRISES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Oxford University IP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OXFORD SCIENCE ENTERPRISES — Oxford University IP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