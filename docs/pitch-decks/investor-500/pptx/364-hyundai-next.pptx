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HYUNDAI CRADLE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HYUNDAI CRADLE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HYUNDAI CRADLE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Seoul / Silicon Valley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HYUNDAI CRADLE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HYUNDAI CRADLE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hyundai-next's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Mobility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hyundai-next has backed the data stack (Mobility AI,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HYUNDAI CRADLE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Hyundai automotive tech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HYUNDAI CRADLE — Hyundai automotive tech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