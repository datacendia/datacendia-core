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ELEPHANT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ELEPHANT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ELEPHANT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Mumbai, India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ELEPHANT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ELEPHANT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elephant's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Indian enterprise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elephant has backed the data stack (Indian enterprise growth,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ELEPHANT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India growth stage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ELEPHANT PARTNERS — India growth stage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