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ELEPHANT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ELEPHANT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ELEPHANT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Mumbai, India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ELEPHANT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ELEPHANT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Elephant Partners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Indian enterprise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elephant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ELEPHANT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ELEPHANT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