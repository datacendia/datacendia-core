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BASE10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BASE10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BASE10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BASE10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BASE10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base10's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base10 has backed the data stack (Figma, dbt) and AI infra (Notion).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BASE10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Automation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BASE10 PARTNERS — Automation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