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Y ANALYTICS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Y ANALYTICS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Y ANALYTICS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Impact VC · Dallas, TX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Y ANALYTICS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Y ANALYTICS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ya-ventures's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Impact enterprise investing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ya-ventures has backed the data stack (Impact enterprise investing,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Y ANALYTICS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Measurable impact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Y ANALYTICS — Measurable impact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