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BLUEYARD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BLUEYARD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BLUEYARD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BLUEYARD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BLUEYARD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BlueYard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Protocol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Centrifuge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blueyard portfolio includes Protocol Labs, Centrifuge.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BLUEYARD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BLUEYARD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