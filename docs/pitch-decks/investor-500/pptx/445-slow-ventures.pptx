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SLOW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SLOW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SLOW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SLOW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SLOW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slow-ventures's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Long-term enterprise bets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slow-ventures has backed the data stack (Long-term enterprise bets, dbt) and AI infra (Anyscale). Datacendia completes the stack: decision evidence,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SLOW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Patient enterprise capital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SLOW VENTURES — Patient enterprise capital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