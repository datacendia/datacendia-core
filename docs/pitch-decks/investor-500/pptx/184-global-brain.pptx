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GLOBAL BRAIN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GLOBAL BRAIN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GLOBAL BRAIN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Tokyo, Japan · $2B+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GLOBAL BRAIN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GLOBAL BRAIN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global-brain's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SmartNews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XTIA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Tier IV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global-brain has backed the data stack (SmartNews, dbt) and AI infra (XTIA).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GLOBAL BRAIN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Japanese enterprise and AI technology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GLOBAL BRAIN — Japanese enterprise and AI technology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