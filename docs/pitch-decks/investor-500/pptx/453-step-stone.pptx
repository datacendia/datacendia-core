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STEPSTONE GROUP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STEPSTONE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STEPSTONE GROUP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Fund of Funds · New York, NY · $100B+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STEPSTONE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STEPSTONE 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step-stone's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Private market allocation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step-stone has backed the data stack (Private market allocation,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STEPSTONE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Global LP — private markets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STEPSTONE GROUP — Global LP — private markets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