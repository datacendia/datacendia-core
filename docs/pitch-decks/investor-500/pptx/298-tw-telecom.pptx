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TELESOFT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TELESOFT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TELESOFT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Saratoga, CA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TELESOFT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TELESOFT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tw-telecom's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Enterprise telecom and SaaS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tw-telecom has backed the data stack (Enterprise telecom and SaaS, dbt) and AI infra (Anyscale). Datacendia completes the stack: decision evidence,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TELESOFT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Defense and enterprise telecom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TELESOFT PARTNERS — Defense and enterprise telecom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