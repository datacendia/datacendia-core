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TELESOFT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TELESOFT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TELESOFT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Saratoga,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TELESOFT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TELESOFT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TeleSoft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telecom and SaaS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tw-telecom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TELESOFT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Defense and enterprise telecom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TELESOFT PARTNERS — Defense and enterprise telecom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