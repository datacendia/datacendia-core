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CDPQ (CAISSE DE DÉPÔT)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CDPQ (CAISSE DE DÉPÔT)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CDPQ (CAISSE DE DÉPÔT)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Fund · Montreal, Canada · $400B+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CDPQ (CAISSE DE DÉPÔT)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CDPQ (CAISSE DE DÉPÔT)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cdpq's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Lightsource BP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Azure Power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Ivanhoé Cambridge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cdpq has backed the data stack (Lightsource BP, dbt) and AI infra (Azure Power).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CDPQ (CAISSE DE DÉPÔT)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institutional — governance and sustainability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CDPQ (CAISSE DE DÉPÔT) — Canadian institutional — governance and sustainability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