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RRELA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RRELA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RRELA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Dieg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RRELA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RRELA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orrelati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-driven co-inves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rrelation has backed the data stack (Data-driven co-investment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RRELA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gorithmic VC co-invest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RRELATION VENTURES — Algorithmic VC co-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