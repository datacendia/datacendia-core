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CORRELATION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CORRELATION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CORRELATION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Diego,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CORRELATION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CORRELATION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Correlation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co-investment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correlation portfolio includes Data-driven co-investment.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CORRELATION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CORRELATION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