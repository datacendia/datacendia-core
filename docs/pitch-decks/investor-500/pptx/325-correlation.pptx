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CORRELATION VENTURES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CORRELATION VENTURES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CORRELATION VENTURES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San Diego, CA · $200M+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CORRELATION VENTURES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CORRELATION VENTURES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Correlation Ventures invests in venture capital opportunities. Datacendia is the missing governance layer for enterprise AI.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Data-driven co-investment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correlation portfolio includes Data-driven co-investment. Datacendia completes the stack with AI governance and audit.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CORRELATION VENTURES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Decision evidence is the next infrastructure default — every enterprise deploying AI will be required to produce decision evidence under regulatory or legal challenge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28" name="Picture 27" descr="nvidia-inception-program-badge-rgb-for-sc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4023360"/>
            <a:ext cx="164592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CORRELATION VENTURES — Decision evidence is the next infrastructure default — every enterprise deploying AI will be required to produce decision evidence under regulatory or legal challenge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