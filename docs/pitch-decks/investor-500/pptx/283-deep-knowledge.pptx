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DEEP KNOWLEDGE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DEEP KNOWLEDGE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DEEP KNOWLEDGE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Hong Kong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DEEP KNOWLEDGE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DEEP KNOWLEDGE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deep-knowledge's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and longevity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deep-knowledge has backed the data stack (AI and longevity,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DEEP KNOWLEDGE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and deep tech Asia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DEEP KNOWLEDGE VENTURES — AI governance and deep tech Asia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