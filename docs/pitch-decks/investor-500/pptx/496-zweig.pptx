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ZWEIG DIMENNA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ZWEIG DIMENNA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ZWEIG DIMENNA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Hedge Fund / VC · New York, NY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ZWEIG DIMENNA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ZWEIG DIMENNA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zweig's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 opportunistic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zweig has backed the data stack (Tech opportunistic,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ZWEIG DIMENNA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Crossover enterprise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ZWEIG DIMENNA — Crossover enterprise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