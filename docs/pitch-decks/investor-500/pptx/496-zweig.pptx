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ZWEIG DIMENNA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ZWEIG DIMENNA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ZWEIG DIMENNA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Hedge Fund / VC · New York, 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ZWEIG DIMENNA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ZWEIG DIMENNA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Zweig DiMenna invests in hedge fund /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 opportunistic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zweig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ZWEIG DIMENNA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ZWEIG DIMENNA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