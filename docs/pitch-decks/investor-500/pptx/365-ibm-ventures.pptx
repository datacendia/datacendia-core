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IBM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IBM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IBM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Armonk,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IBM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IBM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ibm-ventures's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ibm-ventures has backed the data stack (Enterprise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IBM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IBM ecosystem enterprise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IBM VENTURES — IBM ecosystem enterprise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