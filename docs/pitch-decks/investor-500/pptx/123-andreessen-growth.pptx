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andreessen-growth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andreessen-growth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andreessen-growth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andreessen-growth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andreessen-growth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andreessen-growth's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Roblox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andreessen-growth has backed the data stack (Databricks, dbt) and AI infra (Roblox).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andreessen-growth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infrastructure investments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andreessen-growth GROWTH — Growth-stage AI infrastructure investments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