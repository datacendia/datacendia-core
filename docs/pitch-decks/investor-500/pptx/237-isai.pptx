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ISAI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ISAI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ISAI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ISAI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ISAI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ISAI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Algolia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MeilliSearch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isai portfolio includes Algolia, MeilliSearch.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ISAI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founder-backed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ISAI — French founder-backed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