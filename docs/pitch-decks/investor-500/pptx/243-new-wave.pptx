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NEW WAVE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NEW WAVE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NEW WAVE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NEW WAVE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NEW WAVE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New Wave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AI and enterprise startups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new-wave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NEW WAVE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European enterprise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NEW WAVE — European enterprise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