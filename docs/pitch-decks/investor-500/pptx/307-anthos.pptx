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ANTHOS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ANTHOS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ANTHOS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Santa Monica,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ANTHOS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ANTHOS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anthos's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anthos has backed the data stack (SpaceX, dbt) and AI infra (Anduril).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ANTHOS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Defense and deep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ANTHOS CAPITAL — Defense and deep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