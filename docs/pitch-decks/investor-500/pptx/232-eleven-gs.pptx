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ELEVEN GLOBAL STRATEGY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ELEVEN GLOBAL STRATEGY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ELEVEN GLOBAL STRATEGY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Riyadh / London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ELEVEN GLOBAL 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ELEVEN GLOBAL STRATEGY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Eleven Global Strategy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eleven-gs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ELEVEN GLOBAL STRATEGY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Saudi-European bridge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ELEVEN GLOBAL STRATEGY — Saudi-European bridge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