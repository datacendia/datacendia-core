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ELEVEN GLOBAL STRATEGY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ELEVEN GLOBAL STRATEGY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ELEVEN GLOBAL STRATEGY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Riyadh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ELEVEN GLOBAL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ELEVEN GLOBAL STRATEGY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eleven-gs's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eleven-gs has backed the data stack (MENA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ELEVEN GLOBAL STRATEGY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Saudi-European bridge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ELEVEN GLOBAL STRATEGY — Saudi-European bridge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