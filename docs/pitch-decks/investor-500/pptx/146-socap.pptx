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SOCAP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SOCAP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SOCAP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Accelerator · San Francisco, CA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SOCAP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SOCAP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socap's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Social enterprise alumni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socap has backed the data stack (Social enterprise alumni,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SOCAP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Social capital markets — impact meets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SOCAP GLOBAL — Social capital markets — impact meets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