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DEFENSE INNOVATION UNIT (DIU)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DEFENSE INNOVATION UNIT (DIU)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DEFENSE INNOVATION UNIT (DIU)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· Mountain View, CA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DEFENSE INNOVATION UNIT (DIU)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DEFENSE INNOVATION UNIT (DIU)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dod-diu's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Shield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dod-diu has backed the data stack (Anduril, dbt) and AI infra (Shield AI).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DEFENSE INNOVATION UNIT (DIU)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DoD dual-use technology adoption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DEFENSE INNOVATION UNIT (DIU) — DoD dual-use technology adoption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