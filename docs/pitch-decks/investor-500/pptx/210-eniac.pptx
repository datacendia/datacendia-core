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ENIAC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ENIAC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ENIAC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SF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ENIAC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ENIAC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eniac's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Flashfood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Flutterwave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eniac has backed the data stack (Flashfood, dbt) and AI infra (Flutterwave).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ENIAC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Pre-seed mobile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ENIAC VENTURES — Pre-seed mobile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