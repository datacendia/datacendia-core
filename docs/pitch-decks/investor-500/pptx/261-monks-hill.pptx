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MONKS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MONKS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MONKS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MONKS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MONKS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monks-hill's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ASEAN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monks-hill has backed the data stack (ASEAN 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MONKS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 Asia enterprise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MONKS HILL VENTURES — SE Asia enterprise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