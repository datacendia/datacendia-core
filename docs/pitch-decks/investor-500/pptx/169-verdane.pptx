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VERDANE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VERDANE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VERDANE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Oslo / Stockholm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VERDANE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VERDANE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Verdane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Rendra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Infobric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Documaster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verdane portfolio includes Rendra, Infobric, Documaster.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VERDANE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technology — sustainability and digital transformation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VERDANE — Nordic technology — sustainability and digital transformation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