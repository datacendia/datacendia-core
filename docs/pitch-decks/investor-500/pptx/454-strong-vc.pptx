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STRONG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STRONG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STRONG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 / Seoul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STRONG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STRONG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Strong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Korean-American bridge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strong-vc portfolio includes Korean-American bridge.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STRONG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STRONG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