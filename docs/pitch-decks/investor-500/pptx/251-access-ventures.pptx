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ACCESS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ACCESS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ACCESS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Seoul, Korea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ACCESS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ACCESS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Access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access-ventures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ACCESS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Korean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ACCESS VENTURES — Korean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