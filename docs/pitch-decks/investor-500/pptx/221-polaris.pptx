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POLARIS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POLARIS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POLARIS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POLARIS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POLARIS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polaris's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Akamai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CarGurus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Quanterix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polaris has backed the data stack (Akamai, dbt) and AI infra (CarGurus).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POLARIS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POLARIS PARTNERS — Healthcare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