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IMEC.ISTART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IMEC.ISTART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IMEC.ISTART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Leuven, Belgium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IMEC.ISTART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IMEC.ISTART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IMEC.istart invests in accelerator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Belgian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imec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IMEC.ISTART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IMEC.ISTART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