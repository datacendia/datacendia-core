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IMEC.ISTART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IMEC.ISTART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IMEC.ISTART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Accelerator · Leuven, Belgium · N/A (Accelerator)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IMEC.ISTART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IMEC.ISTART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imec's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Belgian deep tech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imec has backed the data stack (Belgian deep tech,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IMEC.ISTART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Belgian semiconductor/AI ecosystem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IMEC.ISTART — Belgian semiconductor/AI ecosystem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