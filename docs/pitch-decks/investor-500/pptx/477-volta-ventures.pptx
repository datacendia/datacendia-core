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VOLTA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VOLTA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VOLTA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Ghent, Belgium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VOLTA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VOLTA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Volta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Benelux 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volta-ventures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VOLTA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VOLTA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