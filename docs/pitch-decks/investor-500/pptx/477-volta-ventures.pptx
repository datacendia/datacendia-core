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VOLTA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VOLTA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VOLTA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Ghent, Belgium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VOLTA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VOLTA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volta-ventures's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Benelux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volta-ventures has backed the data stack (Benelux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VOLTA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Belgian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VOLTA VENTURES — Belgian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