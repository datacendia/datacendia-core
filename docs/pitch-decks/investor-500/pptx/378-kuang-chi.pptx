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KUANG-CHI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KUANG-CHI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KUANG-CHI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Deep Tech · Shenzhen, China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KUANG-CHI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KUANG-CHI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Kuang-Chi invests in deep tech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Chinese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Kuang-Chi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KUANG-CHI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KUANG-CHI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