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KINNEVIK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KINNEVIK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KINNEVIK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Stockholm, Sweden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KINNEVIK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KINNEVIK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Kinnevik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Tele2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Betterment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kinnevik portfolio includes Zalando, Tele2, Betterment.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KINNEVIK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holding —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KINNEVIK — Nordic holding —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