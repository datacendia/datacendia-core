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KINNEVIK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KINNEVIK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KINNEVIK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Stockholm, Sweden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KINNEVIK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KINNEVIK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kinnevik's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Zalando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Tele2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Betterment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kinnevik has backed the data stack (Zalando, dbt) and AI infra (Tele2).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KINNEVIK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Nordic holding — enterprise and fintech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KINNEVIK — Nordic holding — enterprise and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