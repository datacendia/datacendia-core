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HIGHLAND EUROPE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HIGHLAND EUROPE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HIGHLAND EUROPE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Geneva, Switzerland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HIGHLAND EUROPE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HIGHLAND EUROPE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Highland Europe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GetYourGuide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Malwarebytes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highland-europe portfolio includes GetYourGuide, Malwarebytes, WeTransfer.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HIGHLAND EUROPE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growth-stage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HIGHLAND EUROPE — European growth-stage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