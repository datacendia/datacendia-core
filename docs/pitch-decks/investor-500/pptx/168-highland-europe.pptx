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HIGHLAND EUROP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HIGHLAND EUROP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HIGHLAND EUROP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Geneva, Switzerland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HIGHLAND EUROP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HIGHLAND EUROP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highland-europ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etYourGu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warebyt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Transf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ighland-europe has backed the data stack (GetYourGuide, dbt) and AI infra (Malwarebytes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HIGHLAND EUROP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growth-stage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HIGHLAND EUROPE — European growth-stage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