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VENTURRA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VENTURRA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VENTURRA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Jakarta, Indonesia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VENTURRA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VENTURRA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Venturra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Indonesian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venturra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VENTURRA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Indonesian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VENTURRA — Indonesian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