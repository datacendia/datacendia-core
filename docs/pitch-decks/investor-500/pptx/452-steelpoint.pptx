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STEELPOINT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STEELPOINT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STEELPOINT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Westport,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STEELPOINT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STEELPOINT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steelpoint's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security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steelpoint has backed the data stack (Enterprise security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STEELPOINT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Cybersecurity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STEELPOINT CAPITAL — Cybersecurity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