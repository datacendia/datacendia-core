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PUBLIC INVESTMENT FUND (PIF)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PUBLIC INVESTMENT FUND (PIF)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PUBLIC INVESTMENT FUND (PIF)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Riyadh, Saudi Arabia · $700B+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PUBLIC INVESTMENT FUND (PIF)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PUBLIC INVESTMENT FUND (PIF)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pif's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Lucid Motors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Magic Leap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pif has backed the data stack (Lucid Motors, dbt) and AI infra (Magic Leap).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PUBLIC INVESTMENT FUND (PIF)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Saudi Vision 2030 — AI and technology sovereignty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PUBLIC INVESTMENT FUND (PIF) — Saudi Vision 2030 — AI and technology sovereignty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