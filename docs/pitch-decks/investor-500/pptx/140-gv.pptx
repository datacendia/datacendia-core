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GV (GOOGLE VENTURES)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GV (GOOGLE VENTURES)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GV (GOOGLE VENTURES)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Mountain View, CA · $8B+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GV (GOOGLE VENTURES)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GV (GOOGLE VENTURES)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GV (Google Ventures) invests in corporate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Slack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GitLab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gv portfolio includes Uber, Slack, Stripe, GitLab.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GV (GOOGLE VENTURES)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Alphabet CVC — AI and enterprise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GV (GOOGLE VENTURES) — Alphabet CVC — AI and enterprise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