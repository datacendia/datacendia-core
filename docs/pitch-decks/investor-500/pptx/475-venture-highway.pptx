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VENTURE HIGHWAY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VENTURE HIGHWAY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VENTURE HIGHWAY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India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VENTURE HIGHWAY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VENTURE HIGHWAY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Venture Highway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venture-highway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VENTURE HIGHWAY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VENTURE HIGHWAY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