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VENTURE HIGHWAY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VENTURE HIGHWAY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VENTURE HIGHWAY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India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VENTURE HIGHWAY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VENTURE HIGHWAY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venture-highway's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venture-highway has backed the data stack (Indian enterprise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VENTURE HIGHWAY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B2B SaaS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VENTURE HIGHWAY — India B2B SaaS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