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LIVINGBRIDGE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LIVINGBRIDGE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LIVINGBRIDGE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LIVINGBRIDGE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LIVINGBRIDGE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livingbridge's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B2B software scale-ups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livingbridge has backed the data stack (UK B2B software scale-ups,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LIVINGBRIDGE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mid-market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LIVINGBRIDGE — UK mid-market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