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MARCHMONT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MARCHMONT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MARCHMONT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Family Office · Greenwich, CT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MARCHMONT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MARCHMONT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Marchmont Holdings invests in family office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marchmont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MARCHMONT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MARCHMONT HOLDINGS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