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MARCHMONT HOLDINGS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MARCHMONT HOLDINGS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MARCHMONT HOLDINGS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Family Office · Greenwich, CT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MARCHMONT HOLDINGS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MARCHMONT HOLDINGS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marchmont's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tech allocation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marchmont has backed the data stack (Enterprise tech allocation,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MARCHMONT HOLDINGS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Family office — enterprise tech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MARCHMONT HOLDINGS — Family office — enterprise tech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