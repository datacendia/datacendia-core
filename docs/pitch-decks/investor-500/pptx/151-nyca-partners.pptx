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NYCA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NYCA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NYCA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Fintech VC · New York, NY · $1.5B+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NYCA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NYCA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nyca-partners's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Canoe Intelligence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Axoni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Digital Asset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nyca-partners has backed the data stack (Canoe Intelligence, dbt) and AI infra (Axoni).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NYCA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Financial infrastructure specialists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NYCA PARTNERS — Financial infrastructure specialists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