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New York, NY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NYCA Partners invests in fintech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Canoe Intelligence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Digital Asset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nyca-partners portfolio includes Canoe Intelligence, Axoni.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Financial infrastructure specialists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NYCA PARTNERS — Financial infrastructure specialists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