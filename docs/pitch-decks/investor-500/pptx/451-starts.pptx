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STARTS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STARTS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STARTS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STARTS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STARTS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Starts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Japanese enterprise B2B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starts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STARTS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STARTS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