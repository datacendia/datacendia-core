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STARTS VENTURES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STARTS VENTURES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STARTS VENTURES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Crisis Immunization Infrastructure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Venture Capital · Tokyo, Japan · $200M+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STARTS VENTURES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STARTS VENTURES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AI is eating software. starts's dedicated AI fund backs infrastructure that becomes the default layer for enterprise AI adoption.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Datacendia is the missing governance layer for enterprise AI — the infrastructure that sits between AI deployment and regulatory compliance. As AI adoption accelerates, every enterprise needs cryptographic proof of AI decisions.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Japanese enterprise B2B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Anyscale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Hex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dbt Labs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Replit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starts has backed the data stack (Japanese enterprise B2B, dbt) and AI infra (Anyscale). Datacendia completes the stack: governance, accountability, and regulatory compliance for every AI decision.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Accountability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AI systems make high-stakes decisions with no audit trail, no evidence, and no dissent tracking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existing platform provides cryptographic proof of AI-assisted decisions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Platforms w/ crypto AI evidence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STARTS VENTURES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Japanese proptech and enterprise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AI Infrastructure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90-Day Guarantee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Deploy Datacendia for 90 days on a single strategic problem. If the Council doesn't identify at least 3 critical risks you missed, we refund the pilot fee.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 warm enterprise intros (financial institution, Big 4 channel). NVIDIA Inception member.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GTM hiring, SOC 2 Type II certification, first enterprise pilots.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Personalized for STARTS VENTURES — Japanese proptech and enterprise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Andreessen Horowitz (a16z)</dc:title>
  <dc:subject>PptxGenJS Presentation</dc:subject>
  <dc:creator>Datacendia</dc:creator>
  <cp:lastModifiedBy>Datacendia</cp:lastModifiedBy>
  <cp:revision>1</cp:revision>
  <dcterms:created xsi:type="dcterms:W3CDTF">2026-03-17T15:48:25Z</dcterms:created>
  <dcterms:modified xsi:type="dcterms:W3CDTF">2026-03-17T15:48:25Z</dcterms:modified>
</cp:coreProperties>
</file>