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NTR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NTR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NTR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NTR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NTR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R Partner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infrastruc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ntr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NTR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NTR PARTNER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