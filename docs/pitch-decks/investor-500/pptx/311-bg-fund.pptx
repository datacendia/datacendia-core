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 ASIA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 ASIA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 ASIA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 ASIA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 Capital Group Asia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bg-fund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 ASIA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 CAPITAL GROUP ASIA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