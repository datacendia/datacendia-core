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 CAPITAL GROUP ASIA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 CAPITAL GROUP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 CAPITAL GROUP ASIA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 CAPITAL GROUP ASIA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 CAPITAL GROUP ASIA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bg-fund's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bg-fund has backed the data stack (Asian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 CAPITAL GROUP ASIA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Eduardo Saverin — APAC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 CAPITAL GROUP ASIA — Eduardo Saverin — APAC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