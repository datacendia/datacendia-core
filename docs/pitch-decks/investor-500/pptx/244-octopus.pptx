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OCTOPUS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OCTOPUS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OCTOPUS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OCTOPUS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OCTOPUS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octopus's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Zoopla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Secret Escapes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LoveCrafts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octopus has backed the data stack (Zoopla, dbt) and AI infra (Secret Escapes).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OCTOPUS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enterprise and consumer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OCTOPUS VENTURES — UK enterprise and consumer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