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CTOP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CTOP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CTOP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CTOP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CTOP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ctopus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p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ret Escap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veCraft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ctopus portfolio includes Zoopla, Secret Escapes, LoveCrafts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CTOP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UK enterprise and consum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OCTOPUS VENTURES — UK enterprise and consum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