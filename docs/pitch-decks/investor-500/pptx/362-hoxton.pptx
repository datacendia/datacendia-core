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HOXTON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HOXTON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HOXTON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HOXTON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HOXTON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hoxton's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Darktrace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Deliveroo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hoxton has backed the data stack (Darktrace, dbt) and AI infra (Deliveroo).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HOXTON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deep tech seed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HOXTON VENTURES — European deep tech seed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