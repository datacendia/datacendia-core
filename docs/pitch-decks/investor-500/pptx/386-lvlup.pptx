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LVLUP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LVLUP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LVLUP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LVLUP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LVLUP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LvlUp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German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lvlup portfolio includes German pre-seed.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LVLUP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LVLUP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