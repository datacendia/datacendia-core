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LVLUP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LVLUP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LVLUP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LVLUP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LVLUP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lvlup's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lvlup has backed the data stack (German pre-seed,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LVLUP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LVLUP VENTURES — Berlin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