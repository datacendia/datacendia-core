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PELION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PELION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PELION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Salt Lake City, UT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PELION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PELION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pelion's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Divvy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Podium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pelion has backed the data stack (Divvy, dbt) and AI infra (Podium).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PELION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Utah enterprise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PELION VENTURE PARTNERS — Utah enterprise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