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PELION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PELION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PELION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Salt Lake City, UT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PELION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PELION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Pelion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Divvy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pelion portfolio includes Divvy, Podium.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PELION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PELION VENTURE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