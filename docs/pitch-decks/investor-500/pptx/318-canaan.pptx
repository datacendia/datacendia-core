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Canaan Partners (II)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portfolio includes Match, Kabbage.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CANAAN PARTNERS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