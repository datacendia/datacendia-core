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MORNINGSIDE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MORNINGSIDE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MORNINGSIDE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MORNINGSIDE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MORNINGSIDE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Morningside Ventures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Global deep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morning-star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MORNINGSIDE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MORNINGSIDE VENTURES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