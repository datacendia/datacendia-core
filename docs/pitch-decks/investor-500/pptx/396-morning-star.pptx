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MORNINGSIDE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MORNINGSIDE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MORNINGSIDE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MORNINGSIDE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MORNINGSIDE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morning-star's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morning-star has backed the data stack (Global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MORNINGSIDE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Multi-generational tech family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MORNINGSIDE VENTURES — Multi-generational tech family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