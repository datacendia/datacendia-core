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KERRY GROUP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KERRY GROUP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KERRY GROUP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Naas, Ireland · $100M+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KERRY GROUP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KERRY GROUP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Kerry Group Ventures invests in corporate vc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Food/agriculture 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kelly-ventures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KERRY GROUP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KERRY GROUP VENTURES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