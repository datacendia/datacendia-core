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BILGE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BILGE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BILGE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Istanbul, Turkey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BILGE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BILGE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bilge's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Turkish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bilge has backed the data stack (Turkish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BILGE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Turkish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BILGE CAPITAL — Turkish tech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