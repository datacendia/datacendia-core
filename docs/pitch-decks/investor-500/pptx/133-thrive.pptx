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THRIVE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THRIVE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THRIVE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New York, NY · $12B+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THRIVE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THRIVE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thrive's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Instagram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Spotify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Stripe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OpenAI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thrive has backed the data stack (Instagram, dbt) and AI infra (Spotify).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THRIVE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Consumer and enterprise platform investing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THRIVE CAPITAL — Consumer and enterprise platform investing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