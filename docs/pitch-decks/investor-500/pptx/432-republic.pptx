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REPUBLIC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REPUBLIC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REPUBLIC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Platform · New York, 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REPUBLIC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REPUBLIC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republic's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 and institutional blend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republic has backed the data stack (Crowd and institutional blend,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REPUBLIC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Democratized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REPUBLIC — Democratized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