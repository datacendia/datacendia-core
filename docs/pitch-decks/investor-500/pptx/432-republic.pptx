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PUBLI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PUBLI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PUBLI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Platform · New York, 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PUBL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PUBLI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public invests in venture platform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 and institutional ble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public portfolio includes Crowd and institutional blend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PUBL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EPUBLIC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