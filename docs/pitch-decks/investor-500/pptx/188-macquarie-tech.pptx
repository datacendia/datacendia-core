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MACQUARIE TECHNOLOGY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MACQUARIE TECHNOLOGY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MACQUARIE TECHNOLOGY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Sydney, Australia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MACQUARIE TECHNOLOGY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MACQUARIE TECHNOLOGY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macquarie-tech's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Australian enterprise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macquarie-tech has backed the data stack (Australian enterprise tech,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MACQUARIE TECHNOLOGY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Asia-Pacific banking and infrastructure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MACQUARIE TECHNOLOGY VENTURES — Asia-Pacific banking and infrastructure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