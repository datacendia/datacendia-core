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MAYFIELD FUND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MAYFIELD FUND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MAYFIELD FUND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MAYFIELD FUND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MAYFIELD FUND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mayfield's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SolarWinds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Lyft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Poshmark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mayfield has backed the data stack (SolarWinds, dbt) and AI infra (Lyft).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MAYFIELD FUND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52-year enterprise heritage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MAYFIELD FUND — 52-year enterprise heritage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