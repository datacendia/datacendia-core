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mundi's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mundi has backed the data stack (Cybersecurity, dbt) and AI infra (Enterprise).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Spanish cybersecurity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MUNDI VENTURES — Spanish cybersecurity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