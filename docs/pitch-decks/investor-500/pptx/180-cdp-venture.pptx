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CDP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CDP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CDP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VC · Rome, Italy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CDP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CDP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cdp-venture's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Italian 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cdp-venture has backed the data stack (Italian tech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CDP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Italian national innovation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CDP VENTURE CAPITAL — Italian national innovation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