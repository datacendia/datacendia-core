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CDP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CDP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CDP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Rome, Italy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CDP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CDP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CDP Venture Capital invests in government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Italian tech ecosystem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cdp-venture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CDP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Italian national innovation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CDP VENTURE CAPITAL — Italian national innovation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