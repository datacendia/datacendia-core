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ALTIMETER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ALTIMETER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ALTIMETER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Crossover Fund · Menlo Park, CA · $18B+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ALTIMETER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ALTIMETER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altimeter's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altimeter has backed the data stack (Snowflake, dbt) and AI infra (Uber).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ALTIMETER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Public/private tech crossover with enterprise focus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ALTIMETER CAPITAL — Public/private tech crossover with enterprise focus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