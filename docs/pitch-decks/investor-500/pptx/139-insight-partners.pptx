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Insight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insight-partners portfolio includes Shopify, Twitter, DocuSign, Veeam.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ScaleUp platform — operational growth support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INSIGHT PARTNERS — ScaleUp platform — operational growth support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