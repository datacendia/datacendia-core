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SIGHT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SIGHT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SIGHT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9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SIGHT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SIGHT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nsight-partner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uSig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a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sight-partners has backed the data stack (Shopify, dbt) and AI infra (Twitte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SIGHT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eUp platform — operational growth sup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SIGHT PARTNERS — ScaleUp platform — operational growth sup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