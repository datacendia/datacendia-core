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INSIGHT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INSIGHT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INSIGHT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New York, NY · $90B+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INSIGHT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INSIGHT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Insight Partners invests in growth equity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Shopify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Twitter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DocuSign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Veeam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insight-partners portfolio includes Shopify, Twitter, DocuSign, Veeam.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INSIGHT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ScaleUp platform — operational growth support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INSIGHT PARTNERS — ScaleUp platform — operational growth support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