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VENTURE REALITY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VENTURE REALITY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VENTURE REALITY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VENTURE REALITY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VENTURE REALITY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Venture Reality Fund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Spatial computing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venture-reality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VENTURE REALITY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VENTURE REALITY FUND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