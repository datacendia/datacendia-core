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VENTURE REALITY FUND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VENTURE REALITY FUND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VENTURE REALITY FUND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San Francisco, CA · $200M+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VENTURE REALITY FUND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VENTURE REALITY FUND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Venture Reality Fund invests in venture capital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Spatial computing and enterprise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venture-reality investment focus aligns with Datacendia. AI governance completes the enterprise stack.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VENTURE REALITY FUND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8" name="Picture 27" descr="nvidia-inception-program-badge-rgb-for-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4023360"/>
            <a:ext cx="16459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VENTURE REALITY FUND — 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