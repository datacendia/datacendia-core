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QUALCOMM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QUALCOMM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QUALCOMM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Diego,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QUALCOMM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QUALCOMM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qualcomm's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5G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qualcomm has backed the data stack (Edge AI, dbt) and AI infra (5G enterprise).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QUALCOMM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Qualcomm edge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QUALCOMM VENTURES — Qualcomm edge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