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QUALCOMM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QUALCOMM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QUALCOMM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Diego, CA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QUALCOMM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QUALCOMM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Qualcomm Ventures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Edge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5G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qualcomm portfolio includes Edge AI.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QUALCOMM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QUALCOMM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