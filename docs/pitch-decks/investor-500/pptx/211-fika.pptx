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FIKA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FIKA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FIKA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Los Angeles, CA · $400M+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FIKA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FIKA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fika's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Scopely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PatientPop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fika has backed the data stack (Scopely, dbt) and AI infra (PatientPop).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FIKA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LA-based enterprise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FIKA VENTURES — LA-based enterprise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