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WARBURG PINCUS (ASIA)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WARBURG PINCUS (ASIA)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WARBURG PINCUS (ASIA)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Hong Kong / Mumbai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WARBURG PINCUS (ASIA)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WARBURG PINCUS (ASIA)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warbg2's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enterprise tech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warbg2 has backed the data stack (Asian enterprise tech growth,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WARBURG PINCUS (ASIA)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Asian enterprise growth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WARBURG PINCUS (ASIA) — Asian enterprise growth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