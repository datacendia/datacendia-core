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SHIELD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SHIELD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SHIELD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Defense VC · Washington, DC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SHIELD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SHIELD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shield-ai-ventures's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Shield 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Epirus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Vannevar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shield-ai-ventures has backed the data stack (Shield AI, dbt) and AI infra (Epirus).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SHIELD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National security technology — cleared workforce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SHIELD CAPITAL — National security technology — cleared workforce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