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RRE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Venmo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Yext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rre portfolio includes Venmo, MongoDB, Yext.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RRE VENTURES — NYC enterprise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