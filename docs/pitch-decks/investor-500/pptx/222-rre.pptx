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Venmo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Yext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rre has backed the data stack (Venmo, dbt) and AI infra (MongoDB).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RRE VENTURES — NYC enterprise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