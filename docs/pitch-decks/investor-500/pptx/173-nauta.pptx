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AUTA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AUTA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AUTA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arcelona / London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AUTA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AUTA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aut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ypefor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e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deshi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auta has backed the data stack (Typeform, dbt) and AI infra (Pleo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AUTA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B2B software and cybersecu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AUTA CAPITAL — European B2B software and cybersecur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