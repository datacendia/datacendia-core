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MENLO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MENLO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MENLO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MENLO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MENLO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Menlo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menlo-micro portfolio includes Uber, Siri, Roku.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MENLO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MENLO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