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S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S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S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Jakarta / Tokyo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S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S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ast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koped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anggu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B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st-ventures has backed the data stack (Tokopedia, dbt) and AI infra (Ruangguru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S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utheast Asia tec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ST VENTURES — Southeast Asia tec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