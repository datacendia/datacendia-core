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S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S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S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Jakarta / Tokyo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S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S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ast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koped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anggu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B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st-ventures portfolio includes Tokopedia, Ruangguru, ShopBack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S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utheast Asia tech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AST VENTURES — Southeast Asia tech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