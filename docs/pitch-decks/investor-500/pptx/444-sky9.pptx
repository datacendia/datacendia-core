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SKY9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SKY9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SKY9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Shanghai, China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SKY9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SKY9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Sky9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Chinese enterprise SaaS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sky9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SKY9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SKY9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