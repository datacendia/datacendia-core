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COTA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COTA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COTA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COTA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COTA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cota's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Sumo Logic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cota has backed the data stack (Illumio, dbt) and AI infra (Netskope).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COTA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security and cloud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COTA CAPITAL — Enterprise security and cloud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