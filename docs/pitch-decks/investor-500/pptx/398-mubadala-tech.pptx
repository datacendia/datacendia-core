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MUBADALA TECHNOLOGY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MUBADALA TECHNOLOGY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MUBADALA TECHNOLOGY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VC · Abu Dhabi / SF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MUBADALA TECHNOLOGY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MUBADALA TECHNOLOGY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mubadala-tech's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US and MENA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mubadala-tech has backed the data stack (US and MENA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MUBADALA TECHNOLOGY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sovereign tech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MUBADALA TECHNOLOGY FUND — Abu Dhabi sovereign tech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