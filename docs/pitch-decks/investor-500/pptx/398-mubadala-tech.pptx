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TECHNOLOGY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TECHNOLOGY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TECHNOLOGY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VC · Abu Dhabi / SF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TECHNOLOGY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TECHNOLOGY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Mubadala Technology Fund invests in sovereign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US and MENA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mubadala-tech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TECHNOLOGY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MUBADALA TECHNOLOGY FUND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