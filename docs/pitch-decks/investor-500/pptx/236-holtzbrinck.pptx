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HOLTZBRINCK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HOLTZBRINCK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HOLTZBRINCK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Munich, Germany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HOLTZBRINCK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HOLTZBRINCK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holtzbrinck's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Zalando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FlixMobility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Raisin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holtzbrinck has backed the data stack (Zalando, dbt) and AI infra (FlixMobility).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HOLTZBRINCK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DACH enterprise technology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HOLTZBRINCK VENTURES — DACH enterprise technology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