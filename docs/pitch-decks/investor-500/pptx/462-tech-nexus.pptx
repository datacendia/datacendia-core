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TECHNEXUS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TECHNEXUS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TECHNEXUS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Chicago, IL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TECHNEXUS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TECHNEXUS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TechNexus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Midwest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tech-nexus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TECHNEXUS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TECHNEXUS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