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SHOROOQ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SHOROOQ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SHOROOQ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Abu Dhabi, UAE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SHOROOQ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SHOROOQ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shorooq's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Tabby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NymCard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Ziina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shorooq has backed the data stack (Tabby, dbt) and AI infra (NymCard).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SHOROOQ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MENA fintech and enterprise 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SHOROOQ PARTNERS — MENA fintech and enterprise 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