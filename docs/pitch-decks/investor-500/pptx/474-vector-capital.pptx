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VECTOR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VECTOR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VECTOR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Private Equity · San Francisco, CA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VECTOR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VECTOR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vector-capital's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tech buyouts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vector-capital has backed the data stack (Enterprise tech buyouts,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VECTOR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Mid-market enterprise buyout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VECTOR CAPITAL — Mid-market enterprise buyout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