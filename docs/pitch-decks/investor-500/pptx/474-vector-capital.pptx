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VECTOR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VECTOR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VECTOR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Private Equity · San Francisco, CA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VECTOR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VECTOR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Vector Capital invests in private equity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tech buyouts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vector-capital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VECTOR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VECTOR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