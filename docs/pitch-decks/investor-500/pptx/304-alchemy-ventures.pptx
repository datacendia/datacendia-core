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ALCHEMY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ALCHEMY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ALCHEMY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ALCHEMY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ALCHEMY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alchemy-ventures's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Web3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alchemy-ventures has backed the data stack (Web3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ALCHEMY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Blockchain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ALCHEMY VENTURES — Blockchain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