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ALCHEMY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ALCHEMY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ALCHEMY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ALCHEMY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ALCHEMY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Alchemy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Web3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alchemy-ventures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ALCHEMY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ALCHEMY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