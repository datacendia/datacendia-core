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SAISON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SAISON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SAISON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SAISON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SAISON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saison-capital's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Saison portfolio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saison-capital has backed the data stack (Credit Saison portfolio,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SAISON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Japan-Singapore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SAISON CAPITAL — Japan-Singapore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