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CLOCKTOWER TECHNOLOGY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CLOCKTOWER TECHNOLOGY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CLOCKTOWER TECHNOLOGY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Santa Monica,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CLOCKTOWER TECHNOLOGY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CLOCKTOWER TECHNOLOGY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clocktower's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M-Kopa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Branch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clocktower has backed the data stack (Plaid, dbt) and AI infra (M-Kopa).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CLOCKTOWER TECHNOLOGY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CLOCKTOWER TECHNOLOGY VENTURES — Global fintech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