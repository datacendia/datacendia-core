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CLOCKTOWER TECHNOLOGY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CLOCKTOWER TECHNOLOGY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CLOCKTOWER TECHNOLOGY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Fintech VC · Santa Monica,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CLOCKTOWER TECHNOLOGY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CLOCKTOWER TECHNOLOGY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Clocktower Technology Ventures invests in fintech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M-Kopa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Branch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clocktower portfolio includes Plaid, M-Kopa, Branch.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CLOCKTOWER TECHNOLOGY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fintech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CLOCKTOWER TECHNOLOGY VENTURES — Global fintech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