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MERITECH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MERITECH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MERITECH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Palo Alto, CA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MERITECH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MERITECH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Meritech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Confluent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meritech portfolio includes Unity, Brex, Confluent.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MERITECH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growth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MERITECH CAPITAL — Enterprise growth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