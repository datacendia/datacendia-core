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22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22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22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22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22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22-ventures's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 and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22-ventures has backed the data stack (Enterprise AI and fintech,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22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enterprise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22 VENTURES — NYC enterprise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