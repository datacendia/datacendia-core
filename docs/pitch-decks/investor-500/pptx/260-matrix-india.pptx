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TRIX PARTNERS INDI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TRIX PARTNERS IND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TRIX PARTNERS INDI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mbai, Indi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TRIX PARTNERS I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TRIX PARTNERS IND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trix-ind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zorp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ntry Del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trix-india has backed the data stack (Razorpay, dbt) and AI infra (Ol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TRIX PARTNERS IND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ia B2B and fintec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TRIX PARTNERS INDIA — India B2B and fintec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