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PTC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PTC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PTC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Boston, MA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PTC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PTC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PTC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IoT and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ptc-ventures portfolio includes Industrial IoT and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PTC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PTC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