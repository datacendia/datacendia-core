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LATITUDE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LATITUDE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LATITUDE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Lagos / Nairobi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LATITUDE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LATITUDE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latitude-ventures's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latitude-ventures has backed the data stack (African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LATITUDE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Pan-African B2B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LATITUDE VENTURES — Pan-African B2B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