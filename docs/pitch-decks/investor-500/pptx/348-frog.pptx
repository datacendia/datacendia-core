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FROG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FROG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FROG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FROG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FROG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frog's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scale-ups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frog has backed the data stack (European B2B scale-ups,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FROG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FROG CAPITAL — UK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