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FROG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FROG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FROG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FROG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FROG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Frog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B2B scale-ups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frog portfolio includes European B2B scale-ups.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FROG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FROG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