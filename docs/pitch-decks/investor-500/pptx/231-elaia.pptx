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ELAIA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ELAIA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ELAIA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ELAIA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ELAIA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elaia's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Criteo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elaia has backed the data stack (Criteo, dbt) and AI infra (Volterra).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ELAIA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deep 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ELAIA PARTNERS — French deep 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