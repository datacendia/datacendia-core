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ELAIA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ELAIA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ELAIA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Paris, France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ELAIA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ELAIA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elaia's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Criteo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Volterra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Shift Technology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elaia has backed the data stack (Criteo, dbt) and AI infra (Volterra).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ELAIA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French deep tech and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ELAIA PARTNERS — French deep tech and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