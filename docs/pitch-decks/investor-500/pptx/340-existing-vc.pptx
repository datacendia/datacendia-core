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EXISTING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EXISTING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EXISTING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EXISTING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EXISTING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existing-vc's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B2B 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existing-vc has backed the data stack (Enterprise B2B seed,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EXISTING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Seed-stage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EXISTING VENTURES — Seed-stage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