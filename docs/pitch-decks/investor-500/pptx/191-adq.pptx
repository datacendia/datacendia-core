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ADQ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ADQ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ADQ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$110B+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ADQ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ADQ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ADQ invests in sovereign wealth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Technology portfolio diversification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adq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ADQ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sovereign tech diversification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ADQ — Abu Dhabi sovereign tech diversification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