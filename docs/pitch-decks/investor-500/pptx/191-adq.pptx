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ADQ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ADQ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ADQ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$110B+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ADQ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ADQ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adq's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Technology portfolio diversification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adq has backed the data stack (Technology portfolio diversification,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ADQ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Abu Dhabi sovereign tech diversification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ADQ — Abu Dhabi sovereign tech diversification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