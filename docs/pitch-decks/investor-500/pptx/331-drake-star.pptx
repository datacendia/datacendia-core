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DRAKE STAR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DRAKE STAR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DRAKE STAR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Investment Bank · New York / Munich · N/A (Advisory)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DRAKE STAR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DRAKE STAR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drake-star's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TMT advisory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drake-star has backed the data stack (TMT advisory,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DRAKE STAR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Tech M&amp;A advisory — deal flow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DRAKE STAR PARTNERS — Tech M&amp;A advisory — deal flow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