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DRAKE STAR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DRAKE STAR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DRAKE STAR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Investment Bank · New York / Munich · N/A (Advisory)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DRAKE STAR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DRAKE STAR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Drake Star Partners invests in investment bank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TMT advisory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drake-star portfolio includes TMT advisory.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DRAKE STAR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DRAKE STAR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