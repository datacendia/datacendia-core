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NEW ENTERPRISE ASSOCIATES (II)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NEW ENTERPRISE ASSOCIATES (II)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NEW ENTERPRISE ASSOCIATES (II)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$25B+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NEW ENTERPRISE ASSOCIATES (II)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NEW ENTERPRISE ASSOCIATES (II)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New Enterprise Associates (II)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Coursera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MongoDB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new-enterprise portfolio includes Coursera, MongoDB.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NEW ENTERPRISE ASSOCIATES (II)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NEW ENTERPRISE ASSOCIATES (II)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