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ASHE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ASHE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ASHE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ão Paulo, Brazil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ASHE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ASHE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ashe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9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ashees has backed the data stack (99, dbt) and AI infra (Neo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ASHE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zilian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NASHEES — Brazilian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