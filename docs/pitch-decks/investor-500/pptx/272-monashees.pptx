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NASHE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NASHE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NASHE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ão Paulo, Brazil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NASHE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NASHE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onashe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9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nashees portfolio includes 99, Neon, Lof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NASHE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azilian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NASHEES — Brazilian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