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DRAGONEER INVESTMENT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DRAGONEER INVESTMENT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DRAGONEER INVESTMENT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DRAGONEER INVESTMENT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DRAGONEER INVESTMENT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Dragoneer Investment Group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dragoneer portfolio includes Snowflake, UiPath, Datadog, Cloudflare.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DRAGONEER INVESTMENT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growth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DRAGONEER INVESTMENT GROUP — Technology-focused growth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