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SPARX GROUP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SPARX GROUP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SPARX GROUP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Asset Management · Tokyo, Japan · $15B+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SPARX GROUP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SPARX GROUP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sparx's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Japanese tech investments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sparx has backed the data stack (Japanese tech investments,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SPARX GROUP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Japanese institutional investors — governance focus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SPARX GROUP — Japanese institutional investors — governance focus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