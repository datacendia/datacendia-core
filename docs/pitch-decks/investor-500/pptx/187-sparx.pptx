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SPARX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SPARX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SPARX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Management · Tokyo, Japan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SPARX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SPARX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sparx's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tech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sparx has backed the data stack (Japanese tech investments,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SPARX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institutional investors — governance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SPARX GROUP — Japanese institutional investors — governance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