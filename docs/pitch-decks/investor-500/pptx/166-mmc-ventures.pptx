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MMC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MMC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MMC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MMC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MMC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mmc-ventures's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Ravelin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mmc-ventures has backed the data stack (Peak AI, dbt) and AI infra (Signal AI).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MMC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AI-first investor — publishes annual State of AI report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MMC VENTURES — AI-first investor — publishes annual State of AI report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