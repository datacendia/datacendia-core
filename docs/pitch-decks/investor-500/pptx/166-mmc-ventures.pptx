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MMC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MMC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MMC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MMC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MMC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MMC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Peak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Signal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Ravelin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mmc-ventures portfolio includes Peak AI, Signal AI, Ravelin.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MMC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AI-first investor — publishes annual State of AI report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MMC VENTURES — AI-first investor — publishes annual State of AI report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