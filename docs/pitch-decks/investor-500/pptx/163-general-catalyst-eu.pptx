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6" r:id="rId17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GENERAL CATALYST (EU OFFICE)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GENERAL CATALYST (EU OFFICE)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GENERAL CATALYST (EU OFFICE)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London / Berlin · $25B+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GENERAL CATALYST (EU OFFICE)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GENERAL CATALYST (EU OFFICE)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general-catalyst-eu's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governance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Stripe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Snap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Kayak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Lemonade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general-catalyst-eu has backed the data stack (Stripe, dbt) and AI infra (Snap). Datacendia completes the stack: governance,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GENERAL CATALYST (EU OFFICE)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Responsible innovation and regulation-ready AI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AI Infrastructure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pipeline: KPMG channel partner (Peru financial services), enterprise prospect via Opal Collection introduction.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17.6%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GENERAL CATALYST (EU OFFICE) — Responsible innovation and regulation-ready AI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D4AF37"/>
                </a:solidFill>
              </a:defRPr>
            </a:pPr>
            <a:r>
              <a:t>THE MARKET: Why Now, Why Big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B4B4B4"/>
                </a:solidFill>
              </a:defRPr>
            </a:pPr>
            <a:r>
              <a:t>Regulatory convergence creates a must-have moment for AI governance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Regulatory Forcing Functions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EU AI Act — High-risk AI governance mandatory (Aug 2026)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Penalties: €35M or 7% of global turnover (Article 99(3))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SEC cyber disclosure — 4 business days to report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AI Executive Order 14110 — federal AI transparency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Peru DS 115-2025-PCM — AI governance enacted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DORA (Jan 2025) — ICT risk for EU financial services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5544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The Opportunity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Every enterprise deploying AI needs governance — not optional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0 incumbent owns this category — greenfield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Financial services: Basel III + SR 11-7 + Reg BI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Healthcare: FDA SaMD + HIPAA audit requirements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Defense: FedRAMP + CMMC + ITAR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12-18 month window before Big Tech bundles governance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