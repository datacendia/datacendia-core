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GLOBAL FOUNDERS CAPITAL (GFC)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GLOBAL FOUNDERS CAPITAL (GFC)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GLOBAL FOUNDERS CAPITAL (GFC)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 / Singapore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GLOBAL FOUNDERS CAPITAL (GFC)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GLOBAL FOUNDERS CAPITAL (GFC)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Global Founders Capital (GFC)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Delivery Hero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Trivago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gfc portfolio includes Delivery Hero, Trivago.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GLOBAL FOUNDERS CAPITAL (GFC)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GLOBAL FOUNDERS CAPITAL (GFC)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