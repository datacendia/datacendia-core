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FORERUNNER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FORERUNNER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FORERUNNER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FORERUNNER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FORERUNNER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Forerunner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Dollar Shave Club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Glossier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forerunner portfolio includes Dollar Shave Club, Glossier.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FORERUNNER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FORERUNNER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