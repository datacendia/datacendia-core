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FORERUNNER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FORERUNNER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FORERUNNER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FORERUNNER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FORERUNNER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forerunner's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Dollar Shave Club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Glossier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forerunner has backed the data stack (Dollar Shave Club, dbt) and AI infra (Glossier).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FORERUNNER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Consumer-enterprise bridge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FORERUNNER VENTURES — Consumer-enterprise bridge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