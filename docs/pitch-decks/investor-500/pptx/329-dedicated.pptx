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DEDICATED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DEDICATED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DEDICATED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Istanbul, Turkey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DEDICATED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DEDICATED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dedicated's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Turkish growth companies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dedicated has backed the data stack (Turkish growth companies,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DEDICATED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Turkish enterprise growth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DEDICATED CAPITAL — Turkish enterprise growth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