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CHINA RENAISSANCE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CHINA RENAISSANCE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CHINA RENAISSANCE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Investment Bank/VC · Hong Kong/Beijing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CHINA RENAISSANCE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CHINA RENAISSANCE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shimao's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Didi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Meituan advisory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shimao has backed the data stack (Didi, dbt) and AI infra (Meituan advisory).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CHINA RENAISSANCE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Chinese tech advisory and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CHINA RENAISSANCE — Chinese tech advisory and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