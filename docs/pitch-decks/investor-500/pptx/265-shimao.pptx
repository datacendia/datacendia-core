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INA RENAISSANC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INA RENAISSAN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INA RENAISSANC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nvestment Bank/VC · Hong Kong/Beijing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INA RENAISS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INA RENAISSAN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hima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d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ituan advis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mao has backed the data stack (Didi, dbt) and AI infra (Meituan advisory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INA RENAISS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hinese tech advisory and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INA RENAISSANCE — Chinese tech advisory and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