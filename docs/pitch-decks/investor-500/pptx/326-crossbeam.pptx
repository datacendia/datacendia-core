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CROSSBEAM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CROSSBEAM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CROSSBEAM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Philadelphia, PA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CROSSBEAM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CROSSBEAM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crossbeam's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crossbeam has backed the data stack (Enterprise B2B,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CROSSBEAM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Mid-Atlantic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CROSSBEAM VENTURE PARTNERS — Mid-Atlantic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