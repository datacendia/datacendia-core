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CROSSBEAM VENTURE PARTNERS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CROSSBEAM VENTURE PARTNERS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CROSSBEAM VENTURE PARTNERS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Philadelphia, PA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CROSSBEAM VENTURE PARTNERS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CROSSBEAM VENTURE PARTNERS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Crossbeam Venture Partners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B2B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crossbeam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CROSSBEAM VENTURE PARTNERS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CROSSBEAM VENTURE PARTNERS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