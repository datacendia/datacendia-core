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OMERS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OMERS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OMERS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VC · Toronto, Canada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OMERS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OMERS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omers's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Wealthsimple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omers has backed the data stack (Shopify, dbt) and AI infra (Hopper).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OMERS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Ontario pension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OMERS VENTURES — Ontario pension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