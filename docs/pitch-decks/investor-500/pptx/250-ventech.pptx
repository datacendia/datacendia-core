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ENTEC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ENTE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ENTEC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, France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ENTE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ENTEC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entech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ilym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F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pe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entech portfolio includes Dailymotion, SigFox, Veepe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ENTEC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ench enterprise and deep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VENTECH — French enterprise and deep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