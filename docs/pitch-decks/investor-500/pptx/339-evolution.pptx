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EVOLUTION EQUITY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EVOLUTION EQUITY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EVOLUTION EQUITY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London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EVOLUTION EQUITY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EVOLUTION EQUITY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Evolution Equity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evolution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EVOLUTION EQUITY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EVOLUTION EQUITY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