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DAPHNI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DAPHNI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DAPHNI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DAPHNI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DAPHNI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daphni's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Sunday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daphni has backed the data stack (Alan, dbt) and AI infra (Swile).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DAPHNI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Community-driven French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DAPHNI — Community-driven French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