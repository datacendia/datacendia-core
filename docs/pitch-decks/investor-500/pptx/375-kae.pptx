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 FUND (KOREA)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 FUND (KOREA)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 FUND (KOREA)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Seoul, South Korea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 FUND (KOREA)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 FUND (KOREA)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kae's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 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kae has backed the data stack (Korean AI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 FUND (KOREA)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Korean enterprise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 FUND (KOREA) — Korean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