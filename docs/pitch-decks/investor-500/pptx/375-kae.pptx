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K FUND (KOREA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K FUND (KOREA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K FUND (KOREA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eoul, South Korea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K FUND (KOREA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K FUND (KOREA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ka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orean AI startu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ae has backed the data stack (Korean AI startups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K FUND (KOREA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Korean enterprise A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K FUND (KOREA) — Korean enterprise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