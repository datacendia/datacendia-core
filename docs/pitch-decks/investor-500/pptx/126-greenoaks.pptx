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GREENOAKS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GREENOAKS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GREENOAKS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GREENOAKS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GREENOAKS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Greenoaks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greenoaks portfolio includes Coupang, Brex, Wiz.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GREENOAKS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Concentrated bets on category leaders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GREENOAKS CAPITAL — Concentrated bets on category leaders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