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VC · Washington, DC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paladin's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Trellix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CyberGRX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has backed the data stack (Trellix, dbt) and AI infra (CyberGRX).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Cyber, space, and strategic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Cyber, space, and strategic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