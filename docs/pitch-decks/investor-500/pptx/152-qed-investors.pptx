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Alexandria, VA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QED Investors invests in fintech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qed-investors portfolio includes Nubank, Credit Karma, SoFi, Remitly.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Data-driven fintech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QED INVESTORS — Data-driven fintech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