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Alexandria, VA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qed-investors's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qed-investors has backed the data stack (Nubank, dbt) and AI infra (Credit Karma).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Data-driven fintech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Data-driven fintech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