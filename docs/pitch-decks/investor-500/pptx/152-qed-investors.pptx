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QED INVESTORS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QED INVESTORS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QED INVESTORS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Fintech VC · Alexandria, VA · $4B+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QED INVESTORS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QED INVESTORS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qed-investors's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Nubank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Credit Karma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SoFi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Remitly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qed-investors has backed the data stack (Nubank, dbt) and AI infra (Credit Karma).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QED INVESTORS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Data-driven fintech investing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QED INVESTORS — Data-driven fintech investing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