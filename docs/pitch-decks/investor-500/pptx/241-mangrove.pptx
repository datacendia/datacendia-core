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MANGROVE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MANGROVE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MANGROVE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Luxembourg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MANGROVE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MANGROVE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mangrove's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Skype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mangrove has backed the data stack (Skype, dbt) and AI infra (Wix).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MANGROVE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Benelux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MANGROVE CAPITAL PARTNERS — Benelux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