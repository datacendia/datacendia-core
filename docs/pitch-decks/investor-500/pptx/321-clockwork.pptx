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CLOCKWORK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CLOCKWORK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CLOCKWORK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CLOCKWORK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CLOCKWORK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clockwork's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B2B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clockwork has backed the data stack (European B2B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CLOCKWORK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CLOCKWORK CAPITAL — UK enterprise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