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GRATITUDE RAILROAD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GRATITUDE RAILROAD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GRATITUDE RAILROAD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GRATITUDE RAILROAD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GRATITUDE RAILROAD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gratitude-rr's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Impact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gratitude-rr has backed the data stack (Impact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GRATITUDE RAILROAD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Impact-driven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GRATITUDE RAILROAD — Impact-driven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