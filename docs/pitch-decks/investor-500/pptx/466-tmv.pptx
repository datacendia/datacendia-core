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TELSTRA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TELSTRA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TELSTRA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Sydney / San Francisco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TELSTRA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TELSTRA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tmv's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networking and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tmv has backed the data stack (Enterprise networking and AI,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TELSTRA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Telstra CVC — enterprise comms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TELSTRA VENTURES — Telstra CVC — enterprise comms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