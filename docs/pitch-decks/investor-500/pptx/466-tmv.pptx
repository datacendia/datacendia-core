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TELSTRA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TELSTRA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TELSTRA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Sydney / San Francisco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TELSTRA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TELSTRA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Telstra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networking and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tmv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TELSTRA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TELSTRA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