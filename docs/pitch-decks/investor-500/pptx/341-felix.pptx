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FELIX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FELIX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FELIX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FELIX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FELIX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Felix Capital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Deliveroo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Mollie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felix portfolio includes Deliveroo, Wise, Mollie.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FELIX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FELIX CAPITAL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