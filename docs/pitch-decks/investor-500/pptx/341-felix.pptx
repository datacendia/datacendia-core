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FELIX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FELIX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FELIX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FELIX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FELIX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felix's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Deliveroo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Mollie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felix has backed the data stack (Deliveroo, dbt) and AI infra (Wise).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FELIX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digital lifestyle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FELIX CAPITAL — European digital lifestyle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