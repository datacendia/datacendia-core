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PAVILION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PAVILION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PAVILION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Fund · Singapore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PAVILION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PAVILION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pavilion's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Temasek subsidiary investments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pavilion has backed the data stack (Temasek subsidiary investments,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PAVILION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Temasek subsidiary — Asia PE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PAVILION CAPITAL — Temasek subsidiary — Asia PE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