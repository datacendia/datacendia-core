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NDEN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NDEN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NDEN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althcare PE · Chicago, IL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NDEN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NDEN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inde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althcar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nden has backed the data stack (Healthcare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NDEN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-focused buy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INDEN CAPITAL PARTNERS — Healthcare-focused buy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