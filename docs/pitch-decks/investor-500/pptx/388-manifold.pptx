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MANIFOLD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MANIFOLD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MANIFOLD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MANIFOLD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MANIFOLD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Manifold Group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manifold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MANIFOLD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MANIFOLD GROUP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