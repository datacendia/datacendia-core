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NIFOLD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NIFOLD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NIFOLD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NIFOLD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NIFOLD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nifold Group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nifol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NIFOLD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NIFOLD GROUP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