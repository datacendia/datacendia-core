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UNION SQUARE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UNION SQUARE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UNION SQUARE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UNION SQUARE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UNION SQUARE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union-square's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Twitter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Coinbase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Etsy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Tumblr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union-square has backed the data stack (Twitter, dbt) and AI infra (Coinbase).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UNION SQUARE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Thesis-driven — networks, marketplaces, decentralization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UNION SQUARE VENTURES — Thesis-driven — networks, marketplaces, decentralization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