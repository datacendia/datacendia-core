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RAIN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RAIN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RAIN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Jose,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RAIN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RAIN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Rain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Cybersecurity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rain-capital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RAIN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RAIN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