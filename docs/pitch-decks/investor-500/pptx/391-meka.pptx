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MEKA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MEKA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MEKA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MEKA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MEKA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Meka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meka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MEKA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MEKA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