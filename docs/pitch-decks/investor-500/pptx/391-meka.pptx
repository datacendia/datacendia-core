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MEKA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MEKA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MEKA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MEKA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MEKA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meka's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AI 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meka has backed the data stack (Enterprise AI seed,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MEKA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infrastructure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MEKA VENTURES — AI infrastructure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