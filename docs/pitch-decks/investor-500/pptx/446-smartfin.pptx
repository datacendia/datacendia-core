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SMARTFIN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SMARTFIN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SMARTFIN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Antwerp, Belgium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SMARTFIN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SMARTFIN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smartfin's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smartfin has backed the data stack (Benelux enterprise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SMARTFIN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Belgian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SMARTFIN CAPITAL — Belgian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