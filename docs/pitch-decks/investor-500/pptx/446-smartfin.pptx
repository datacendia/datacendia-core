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SMARTFIN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SMARTFIN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SMARTFIN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Antwerp, Belgium · $300M+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SMARTFIN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SMARTFIN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smartfin's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Benelux enterprise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smartfin has backed the data stack (Benelux enterprise tech,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SMARTFIN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Belgian enterprise specialist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SMARTFIN CAPITAL — Belgian enterprise specialist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