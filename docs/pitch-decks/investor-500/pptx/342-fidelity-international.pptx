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FIDELITY INTERNATIONAL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FIDELITY INTERNATIONAL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FIDELITY INTERNATIONAL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Asset Manager · London, UK · $700B+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FIDELITY INTERNATIONAL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FIDELITY INTERNATIONAL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fidelity-international's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equities and alternatives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fidelity-international has backed the data stack (Global equities and alternatives,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FIDELITY INTERNATIONAL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institutional — tech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FIDELITY INTERNATIONAL — Global institutional — tech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