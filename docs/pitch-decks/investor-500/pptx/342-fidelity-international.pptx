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FIDELITY INTERNATIONAL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FIDELITY INTERNATIONAL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FIDELITY INTERNATIONAL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Manager · London, UK · $700B+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FIDELITY INTERNATIONAL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FIDELITY INTERNATIONAL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Fidelity International invests in asset manager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equities and alternatives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fidelity-international portfolio includes Global equities and alternatives.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FIDELITY INTERNATIONAL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FIDELITY INTERNATIONAL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