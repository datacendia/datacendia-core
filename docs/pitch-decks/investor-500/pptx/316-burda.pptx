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BURDA PRINCIPAL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BURDA PRINCIPAL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BURDA PRINCIPAL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Munich, Germany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BURDA PRINCIPAL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BURDA PRINCIPAL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burda's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Vinted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Nebenan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Carsome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burda has backed the data stack (Vinted, dbt) and AI infra (Nebenan).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BURDA PRINCIPAL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digital platforms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BURDA PRINCIPAL INVESTMENTS — European digital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