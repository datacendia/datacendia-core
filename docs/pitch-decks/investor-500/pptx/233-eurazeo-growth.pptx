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EURAZEO GROWTH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EURAZEO GROWTH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EURAZEO GROWTH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Paris, France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EURAZEO GROWTH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EURAZEO GROWTH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eurazeo-growth's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Doctolib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Contentsquare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PayFit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eurazeo-growth has backed the data stack (Doctolib, dbt) and AI infra (Contentsquare).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EURAZEO GROWTH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French growth stage leader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EURAZEO GROWTH — French growth stage leader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