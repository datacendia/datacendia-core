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Paris, France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Eurazeo Growth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eurazeo-growth portfolio includes Doctolib, Contentsquare, PayFit.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growth stage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EURAZEO GROWTH — French growth stage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