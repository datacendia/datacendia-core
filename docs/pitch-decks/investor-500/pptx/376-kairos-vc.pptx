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KAIROS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KAIROS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KAIROS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KAIROS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KAIROS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kairos-vc's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 from universities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kairos-vc has backed the data stack (Deep tech from universities,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KAIROS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Academic research commercialization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KAIROS VENTURES — Academic research commercialization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