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TARGET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TARGET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TARGET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Tel Aviv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TARGET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TARGET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Target Global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Delivery Hero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target-global portfolio includes Delivery Hero, Auto1.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TARGET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European-Israeli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TARGET GLOBAL — European-Israeli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