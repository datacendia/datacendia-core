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SHASTA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SHASTA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SHASTA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SHASTA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SHASTA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shasta's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Zuora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Anaplan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shasta has backed the data stack (Nest, dbt) and AI infra (Zuora).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SHASTA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and IoT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SHASTA VENTURES — Enterprise and IoT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