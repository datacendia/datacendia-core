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SHASTA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SHASTA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SHASTA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SHASTA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SHASTA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Shasta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Zuora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Anaplan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shasta portfolio includes Nest, Zuora, Anaplan.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SHASTA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and IoT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SHASTA VENTURES — Enterprise and IoT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