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M13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M13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Daily Harvest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m13 portfolio includes Ring, Lyft, Daily Harvest.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M13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