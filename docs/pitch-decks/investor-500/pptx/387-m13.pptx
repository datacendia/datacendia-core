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M13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Los Angeles,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M13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m13's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Lyft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Daily Harvest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m13 has backed the data stack (Ring, dbt) and AI infra (Lyft).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M13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 propulsion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M13 — LA propulsion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