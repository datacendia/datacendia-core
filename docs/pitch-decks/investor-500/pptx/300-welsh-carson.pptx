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WELSH CARSON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WELSH CARSON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WELSH CARSON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New York, NY · $35B+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WELSH CARSON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WELSH CARSON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welsh-carson's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Cotiviti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Optum360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welsh-carson has backed the data stack (Cotiviti, dbt) and AI infra (Optum360).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WELSH CARSON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Healthcare and enterprise IT PE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WELSH CARSON — Healthcare and enterprise IT 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