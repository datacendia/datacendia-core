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a16z-crypto CRYPTO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a16z-crypto CRYPTO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a16z-crypto CRYPTO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Crypto VC · Menlo Park, CA · $7B+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a16z-crypto CRYPTO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a16z-crypto CRYPTO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a16z Crypto invests in crypto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Uniswap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Solana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Alchemy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a16z-crypto portfolio includes Uniswap, Solana, Alchemy.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a16z-crypto CRYPTO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a16z-crypto CRYPTO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