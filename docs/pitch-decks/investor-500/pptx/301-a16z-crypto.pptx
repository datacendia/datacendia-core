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a16z-crypto CRYPTO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a16z-crypto CRYPTO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a16z-crypto CRYPTO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Crypto VC · Menlo Park, CA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a16z-crypto CRYPTO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a16z-crypto CRYPTO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a16z-crypto's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Uniswap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Alchemy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a16z-crypto has backed the data stack (Uniswap, dbt) and AI infra (Solana).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a16z-crypto CRYPTO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Web3 and crypto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a16z-crypto CRYPTO — Web3 and crypto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