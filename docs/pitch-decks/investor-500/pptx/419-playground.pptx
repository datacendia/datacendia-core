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PLAYGROUND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PLAYGROUND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PLAYGROUND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PLAYGROUND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PLAYGROUND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playground's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Synthetic Minds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Sila Nano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playground has backed the data stack (Synthetic Minds, dbt) and AI infra (Sila Nano).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PLAYGROUND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and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PLAYGROUND GLOBAL — Deep tech and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