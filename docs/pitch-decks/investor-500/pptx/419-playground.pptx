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PLAYGROUND GLOBAL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PLAYGROUND GLOBAL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PLAYGROUND GLOBAL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Palo Alto,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PLAYGROUND GLOBAL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PLAYGROUND GLOBAL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playground's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Synthetic Minds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Sila Nano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playground has backed the data stack (Synthetic Minds, dbt) and AI infra (Sila Nano).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PLAYGROUND GLOBAL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Deep tech and enterprise AI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PLAYGROUND GLOBAL — Deep tech and enterprise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