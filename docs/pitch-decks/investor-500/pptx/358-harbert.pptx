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HARBERT MANAGEMENT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HARBERT MANAGEMENT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HARBERT MANAGEMENT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Birmingham, AL · $8B+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HARBERT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HARBERT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harbert's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Southern US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harbert has backed the data stack (Southern US enterprise,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HARBERT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Southeast enterprise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HARBERT MANAGEMENT — Southeast enterprise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