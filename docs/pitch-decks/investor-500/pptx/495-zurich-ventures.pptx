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ZURICH INSURANCE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ZURICH INSURANCE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ZURICH INSURANCE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Zurich, Switzerland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ZURICH INSURANCE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ZURICH INSURANCE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Zurich Insurance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InsurTech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zurich-ventures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ZURICH INSURANCE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ZURICH INSURANCE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