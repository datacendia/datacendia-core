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NALFIR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NALFI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NALFIR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NALFI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NALFI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gnalFire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-driven enterprise inv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nalfir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NALFI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IGNALFIRE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