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BLISCE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BLISCE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BLISCE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Paris / NYC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BLISCE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BLISCE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Blisce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Headspace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blisce portfolio includes Spotify, Pinterest, Headspace.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BLISCE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platform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BLISCE — Consumer and enterprise platform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