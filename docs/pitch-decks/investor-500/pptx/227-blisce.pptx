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BLISCE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BLISCE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BLISCE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Paris / NYC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BLISCE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BLISCE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blisce's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Pinterest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Headspace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blisce has backed the data stack (Spotify, dbt) and AI infra (Pinterest).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BLISCE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and enterprise platform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BLISCE — Consumer and enterprise platform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