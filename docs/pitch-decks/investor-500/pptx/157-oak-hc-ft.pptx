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OAK HC/FT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OAK HC/FT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OAK HC/FT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Healthcare/Fintech VC · Greenwich, CT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OAK HC/FT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OAK HC/FT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Oak HC/FT invests in healthcare/fintech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Oscar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Signify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oak-hc-ft portfolio includes Oscar Health, Devoted Health, Signify Health.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OAK HC/FT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financial technology convergence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OAK HC/FT — Healthcare and financial technology convergence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