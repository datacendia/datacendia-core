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BLACKBIRD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BLACKBIRD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BLACKBIRD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Sydney, Australia · $3B+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BLACKBIRD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BLACKBIRD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blackbird's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Canva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SafetyCulture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Culture Amp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blackbird has backed the data stack (Canva, dbt) and AI infra (SafetyCulture).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BLACKBIRD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Australia/NZ — largest local 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BLACKBIRD VENTURES — Australia/NZ — largest local 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