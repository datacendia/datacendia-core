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TATA CAPITAL HEALTHCARE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TATA CAPITAL HEALTHCARE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TATA CAPITAL HEALTHCARE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Mumbai, India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TATA CAPITAL HEALTHCARE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TATA CAPITAL HEALTHCARE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tata-ventures's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Indian healthcare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tata-ventures has backed the data stack (Indian healthcare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TATA CAPITAL HEALTHCARE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Tata Group health tech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TATA CAPITAL HEALTHCARE FUND — Tata Group health tech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