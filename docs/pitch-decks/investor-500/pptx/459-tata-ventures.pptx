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TATA CAPITAL HEALTHCARE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TATA CAPITAL HEALTHCARE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TATA CAPITAL HEALTHCARE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Mumbai, India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TATA CAPITAL HEALTHCARE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TATA CAPITAL HEALTHCARE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Tata Capital Healthcare Fund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healthcare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tata-ventures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TATA CAPITAL HEALTHCARE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TATA CAPITAL HEALTHCARE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