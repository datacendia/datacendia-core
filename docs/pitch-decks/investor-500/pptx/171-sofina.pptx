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SOFINA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SOFINA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SOFINA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Investment Holding · Brussels, Belgium · $10B+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SOFINA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SOFINA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Sofina invests in investment holding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ByteDance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Flixbus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Swile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sofina portfolio includes ByteDance, Flixbus, Swile. Datacendia completes the stack with AI governance and audit.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SOFINA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Long-term European technology holding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SOFINA — Long-term European technology holding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