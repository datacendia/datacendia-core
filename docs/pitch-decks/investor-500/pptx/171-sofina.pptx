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SOFINA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SOFINA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SOFINA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Investment Holding · Brussels, Belgium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SOFINA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SOFINA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sofina's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sofina has backed the data stack (ByteDance, dbt) and AI infra (Flixbus).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SOFINA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Long-term European technology holding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SOFINA — Long-term European technology holding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