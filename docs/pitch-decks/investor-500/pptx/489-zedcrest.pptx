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ZEDCREST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ZEDCREST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ZEDCREST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Lagos, Nigeria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ZEDCREST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ZEDCREST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Zedcrest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Nigerian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zedcrest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ZEDCREST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ZEDCREST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