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ZEDCREST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ZEDCREST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ZEDCREST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Lagos, Nigeria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ZEDCREST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ZEDCREST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zedcrest's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Nigerian enterprise fintech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zedcrest has backed the data stack (Nigerian enterprise fintech,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ZEDCREST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West African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ZEDCREST CAPITAL — West African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