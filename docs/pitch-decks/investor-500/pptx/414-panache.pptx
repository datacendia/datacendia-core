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PANACHE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PANACHE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PANACHE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Calgary,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PANACHE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PANACHE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Panache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panache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PANACHE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PANACHE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