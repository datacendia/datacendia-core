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PANACHE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PANACHE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PANACHE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Calgary, Canada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PANACHE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PANACHE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panache's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panache has backed the data stack (Canadian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PANACHE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Canadian seed-stage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PANACHE VENTURES — Canadian seed-stage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