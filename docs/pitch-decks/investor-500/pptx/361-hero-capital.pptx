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HERO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HERO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HERO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HERO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HERO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Hero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enterprise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hero-capital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HERO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HERO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