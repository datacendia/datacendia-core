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PENN MUTUAL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PENN MUTUAL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PENN MUTUAL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Horsham, PA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PENN MUTUAL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PENN MUTUAL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penn-mutual's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InsurTech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penn-mutual has backed the data stack (InsurTech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PENN MUTUAL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Insurance enterprise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PENN MUTUAL VENTURES — Insurance enterprise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