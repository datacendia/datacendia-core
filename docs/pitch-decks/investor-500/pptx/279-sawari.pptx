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SAWARI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SAWARI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SAWARI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Cairo, Egypt · $100M+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SAWARI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SAWARI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sawari's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MENA tech startups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Anyscale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sawari has backed the data stack (MENA tech startups, dbt) and AI infra (Anyscale).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SAWARI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Egyptian enterprise technology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SAWARI VENTURES — Egyptian enterprise technology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