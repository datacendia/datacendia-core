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SAWARI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SAWARI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SAWARI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Cairo, Egypt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SAWARI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SAWARI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Sawari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MENA tech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sawari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SAWARI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Egyptian enterprise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SAWARI VENTURES — Egyptian enterprise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