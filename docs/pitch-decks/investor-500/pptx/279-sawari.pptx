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SAWARI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SAWARI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SAWARI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SAWARI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SAWARI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sawari's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sawari has backed the data stack (MENA tech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SAWARI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SAWARI VENTURES — Egyptian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