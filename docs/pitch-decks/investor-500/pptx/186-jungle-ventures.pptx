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JUNGLE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JUNGLE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JUNGLE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JUNGLE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JUNGLE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jungle-ventures's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Kredivo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Moglix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Sociolla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jungle-ventures has backed the data stack (Kredivo, dbt) and AI infra (Moglix).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JUNGLE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Southeast Asia enterprise and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JUNGLE VENTURES — Southeast Asia enterprise and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