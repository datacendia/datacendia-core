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VC · Palo Alto, CA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teneleven's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teneleven has backed the data stack (SentinelOne, dbt) and AI infra (Twistlock).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Pure-play cybersecurity — AI governance fits security stack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Pure-play cybersecurity — AI governance fits security stack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