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TOM ADVISORS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TOM ADVISORS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TOM ADVISORS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Family Office · New York, NY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TOM ADVISORS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TOM ADVISORS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tom-ventures's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tom-ventures has backed the data stack (Enterprise tech allocation,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TOM ADVISORS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Family office enterprise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TOM ADVISORS VENTURES — Family office enterprise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