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17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MICROSOFT M12 (II)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MICROSOFT M12 (II)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MICROSOFT M12 (II)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Corporate VC · Redmond, WA · $2B+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MICROSOFT M12 (II)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MICROSOFT M12 (II)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microsoft-m12's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Enterprise infra ecosystem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microsoft-m12 has backed the data stack (Enterprise infra ecosystem, dbt) and AI infra (Anyscale).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MICROSOFT M12 (II)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Microsoft strategic investments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pipeline: KPMG channel partner (Peru financial services), enterprise prospect via Opal Collection introduction.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17.6%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MICROSOFT M12 (II) — Microsoft strategic investments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THE MARKET: Why Now, Why Big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</a:defRPr>
            </a:pPr>
            <a:r>
              <a:t>Regulatory convergence creates a must-have moment for AI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Regulatory Forcing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EU AI Act — High-risk AI governance mandatory (Aug 2026)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Penalties: €35M or 7% of global turnover (Article 99(3))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SEC cyber disclosure — 4 business days to report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AI Executive Order 14110 — federal AI transparency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Peru DS 115-2025-PCM — AI governance enacted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DORA (Jan 2025) — ICT risk for EU financial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Every enterprise deploying AI needs governance — not optional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0 incumbent owns this category — greenfield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Financial services: Basel III + SR 11-7 + Reg BI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Healthcare: FDA SaMD + HIPAA audit requirements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Defense: FedRAMP + CMMC + ITAR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12-18 month window before Big Tech bundles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