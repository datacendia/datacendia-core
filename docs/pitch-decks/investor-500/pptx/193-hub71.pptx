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HUB71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HUB71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HUB71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Accelerator · Abu Dhabi, UAE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HUB71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HUB71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Hub71 invests in government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UAE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hub71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HUB71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tech ecosystem — MENA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HUB71 — Abu Dhabi tech ecosystem — MENA gateway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