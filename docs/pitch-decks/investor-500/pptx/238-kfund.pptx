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Madrid, Spain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kfund's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Jobandtalent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Wallapop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kfund has backed the data stack (Jobandtalent, dbt) and AI infra (Wallapop).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Spanish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K FUND — Spanish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