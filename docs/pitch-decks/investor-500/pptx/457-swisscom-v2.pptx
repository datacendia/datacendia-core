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SWISSCOM VENTURES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SWISSCOM VENTURES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SWISSCOM VENTURES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Bern, Switzerland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SWISSCOM VENTURES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SWISSCOM VENTURES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swisscom-v2's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Swiss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swisscom-v2 has backed the data stack (Swiss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SWISSCOM VENTURES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 telecom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SWISSCOM VENTURES (II) — Swiss telecom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