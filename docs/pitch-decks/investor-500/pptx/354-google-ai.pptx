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GOOGLE FOR STARTUPS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GOOGLE FOR STARTUPS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GOOGLE FOR STARTUPS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· Mountain View, CA · N/A (Program)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GOOGLE FOR STARTUPS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GOOGLE FOR STARTUPS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google-ai's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startup ecosystem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google-ai has backed the data stack (AI startup ecosystem,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GOOGLE FOR STARTUPS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Google Cloud partnership path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GOOGLE FOR STARTUPS — Google Cloud partnership path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