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ALGEBRA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ALGEBRA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ALGEBRA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Cairo, Egypt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ALGEBRA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ALGEBRA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algebra's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Swvl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Halan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MaxAB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algebra has backed the data stack (Swvl, dbt) and AI infra (Halan).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ALGEBRA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Egyptian enterprise and fintech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ALGEBRA VENTURES — Egyptian enterprise and fintech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