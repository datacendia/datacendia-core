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ALGEBRA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ALGEBRA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ALGEBRA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Cairo, Egypt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ALGEBRA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ALGEBRA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Algebra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Swvl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Halan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MaxAB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algebra portfolio includes Swvl, Halan, MaxAB.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ALGEBRA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Egyptian enterprise and fintech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ALGEBRA VENTURES — Egyptian enterprise and fintech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