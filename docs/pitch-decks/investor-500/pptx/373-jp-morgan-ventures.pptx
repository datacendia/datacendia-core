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J.P. MORGAN GROWTH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J.P. MORGAN GROWTH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J.P. MORGAN GROWTH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J.P. MORGAN GROWTH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J.P. MORGAN GROWTH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jp-morgan-ventures's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 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jp-morgan-ventures has backed the data stack (Fintech enterprise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J.P. MORGAN GROWTH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JPMorgan fintech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J.P. MORGAN GROWTH EQUITY — JPMorgan fintech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