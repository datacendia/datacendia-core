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HILLHOUSE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HILLHOUSE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HILLHOUSE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Beijing / Hong Kong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HILLHOUSE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HILLHOUSE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Hillhouse Capital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Tencent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JD.com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Pinduoduo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hillhouse portfolio includes Tencent, JD.com, Zoom, Pinduoduo.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HILLHOUSE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Asia deep value and technology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HILLHOUSE CAPITAL — Asia deep value and technology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