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TAO CAPITAL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TAO CAPITAL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TAO CAPITAL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Honolulu, HI · $500M+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TAO CAPITAL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TAO CAPITAL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tao-capital's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governance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Sustainable enterprise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Anyscale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Hex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dbt Labs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tao-capital has backed the data stack (Sustainable enterprise, dbt) and AI infra (Anyscale). Datacendia completes the stack: governance,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TAO CAPITAL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Pierre Omidyar family office growth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Infrastructure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TAO CAPITAL PARTNERS — Pierre Omidyar family office growth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