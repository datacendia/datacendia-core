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TAO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TAO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TAO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Honolulu, HI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TAO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TAO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tao-capital's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Sustainable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tao-capital has backed the data stack (Sustainable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TAO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Pierre Omidyar family office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TAO CAPITAL PARTNERS — Pierre Omidyar family office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