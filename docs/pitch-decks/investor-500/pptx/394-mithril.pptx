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MITHRIL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MITHRIL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MITHRIL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Austin, TX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MITHRIL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MITHRIL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mithril's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 co-investment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mithril has backed the data stack (Palantir co-investment,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MITHRIL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and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MITHRIL CAPITAL — Deep tech and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