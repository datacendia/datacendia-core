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UPFRONT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UPFRONT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UPFRONT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UPFRONT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UPFRONT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Upfront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TrueCar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Overture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upfront portfolio includes Ring, TrueCar, Overture.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UPFRONT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enterprise leader — Mark Suster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UPFRONT VENTURES — LA enterprise leader — Mark Suster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