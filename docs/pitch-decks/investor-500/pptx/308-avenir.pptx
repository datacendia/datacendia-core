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AVENIR GROWTH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AVENIR GROWTH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AVENIR GROWTH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AVENIR GROWTH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AVENIR GROWTH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Avenir Growth Capital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Checkout.com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avenir portfolio includes Brex, Checkout.com.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AVENIR GROWTH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AVENIR GROWTH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