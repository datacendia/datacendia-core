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YABEO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YABEO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YABEO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YABEO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YABEO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Yabeo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yabeo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YABEO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YABEO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