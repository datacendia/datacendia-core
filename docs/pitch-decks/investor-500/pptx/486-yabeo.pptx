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YABEO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YABEO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YABEO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YABEO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YABEO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yabeo's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yabeo has backed the data stack (German enterprise growth,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YABEO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YABEO CAPITAL — DACH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