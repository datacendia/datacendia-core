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 ROUND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 ROUND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 ROUND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 ROUND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 ROUND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first-round's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first-round has backed the data stack (Uber, dbt) and AI infra (Square).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 ROUND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community builder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 ROUND CAPITAL — Seed-stage community builder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