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ZODIAC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ZODIAC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ZODIAC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ZODIAC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ZODIAC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zodiac's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AI and data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zodiac has backed the data stack (Enterprise AI and data, dbt) and AI infra (Anyscale).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ZODIAC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AI seed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ZODIAC VENTURES — Enterprise AI seed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