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ZODIAC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ZODIAC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ZODIAC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ZODIAC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ZODIAC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zodiac's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and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zodiac has backed the data stack (Enterprise AI and data,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ZODIAC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AI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ZODIAC VENTURES — Enterprise AI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