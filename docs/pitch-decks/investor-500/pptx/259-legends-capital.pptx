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LEGEND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LEGEND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LEGEND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Beijing, China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LEGEND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LEGEND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legends-capital's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Lenovo legacy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SaaS in China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legends-capital has backed the data stack (Lenovo legacy, dbt) and AI infra (Enterprise SaaS in China).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LEGEND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Lenovo spinoff — Chinese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LEGEND CAPITAL — Lenovo spinoff — Chinese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