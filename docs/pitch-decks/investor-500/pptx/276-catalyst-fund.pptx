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CATALYST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CATALYST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CATALYST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VC · New York / Nairobi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CATALYST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CATALYST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catalyst-fund's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fintech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catalyst-fund has backed the data stack (African fintech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CATALYST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Emerging market fintech inclusion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CATALYST FUND — Emerging market fintech inclusion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