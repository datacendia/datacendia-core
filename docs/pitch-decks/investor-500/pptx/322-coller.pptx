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COLLER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COLLER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COLLER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Secondary PE · London, UK · $30B+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COLLER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COLLER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Coller Capital invests in secondary pe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Secondary positions globally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coller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COLLER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COLLER CAPITAL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