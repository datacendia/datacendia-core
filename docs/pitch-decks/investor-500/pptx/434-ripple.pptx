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RIPPLE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RIPPLE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RIPPLE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Toronto, Canada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RIPPLE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RIPPLE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Ripple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Canadian enterprise B2B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ripple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RIPPLE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RIPPLE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