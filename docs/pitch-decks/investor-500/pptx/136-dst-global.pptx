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DST GLOBAL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DST GLOBAL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DST GLOBAL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Hong Kong / US · $30B+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DST GLOBAL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DST GLOBAL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dst-global's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Facebook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Airbnb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Spotify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dst-global has backed the data stack (Facebook, dbt) and AI infra (Airbnb).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DST GLOBAL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Late-stage global technology platforms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DST GLOBAL — Late-stage global technology platforms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