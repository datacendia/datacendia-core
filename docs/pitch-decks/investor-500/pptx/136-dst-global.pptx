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DST GLOBAL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DST GLOBAL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DST GLOBAL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Growth Equity · Hong Kong / US · $30B+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DST GLOBAL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DST GLOBAL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DST Global invests in growth equity opportunities. Datacendia is the missing governance layer for enterprise AI.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Facebook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Airbnb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Spotify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Stripe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dst-global portfolio includes Facebook, Airbnb, Spotify, Stripe. Datacendia completes the stack with AI governance and audit.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DST GLOBAL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Late-stage global technology platforms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DST GLOBAL — Late-stage global technology platforms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