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FORMATION 8 / FORMATION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FORMATION 8 / FORMATION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FORMATION 8 / FORMATION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FORMATION 8 / FORMATION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FORMATION 8 / FORMATION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Formation 8 / Formation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Oculus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Hyperloop 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formation8 portfolio includes Oculus, Hyperloop One.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FORMATION 8 / FORMATION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FORMATION 8 / FORMATION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