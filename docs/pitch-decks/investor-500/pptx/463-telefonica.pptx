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TELEFÓNICA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TELEFÓNICA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TELEFÓNICA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Madrid / London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TELEFÓNICA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TELEFÓNICA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telefonica's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telecom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telefonica has backed the data stack (Global telecom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TELEFÓNICA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Telefónica ecosystem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TELEFÓNICA VENTURES — Telefónica ecosystem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