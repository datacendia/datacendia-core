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ELEFÓNIC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ELEFÓNIC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ELEFÓNIC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Madrid / London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ELEFÓNIC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ELEFÓNIC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telefonica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lobal telecom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elefonica has backed the data stack (Global telecom enterprise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ELEFÓNIC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elefónica ecosystem CV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TELEFÓNICA VENTURES — Telefónica ecosystem CV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