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EIGHT ROADS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EIGHT ROADS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EIGHT ROADS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 / US / Asia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EIGHT ROADS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EIGHT ROADS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Eight Roads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Alibaba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Sysdig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Paidy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eight-roads portfolio includes Alibaba, Sysdig, Paidy.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EIGHT ROADS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Fidelity-backed global multi-stage 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EIGHT ROADS VENTURES — Fidelity-backed global multi-stage 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