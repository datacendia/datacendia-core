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EIGHT ROADS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EIGHT ROADS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EIGHT ROADS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London / US / Asia · $8B+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EIGHT ROADS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EIGHT ROADS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Eight Roads Ventures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Alibaba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Sysdig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Paidy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eight-roads portfolio includes Alibaba, Sysdig, Paidy.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EIGHT ROADS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Fidelity-backed global multi-stage VC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EIGHT ROADS VENTURES — Fidelity-backed global multi-stage VC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