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HAMPLETON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HAMPLETON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HAMPLETON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M&amp;A Advisory · London / Frankfurt · N/A (Advisory)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HAMPLETON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HAMPLETON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hampleton's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tech M&amp;A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hampleton has backed the data stack (European tech M&amp;A,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HAMPLETON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M&amp;A advisory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HAMPLETON PARTNERS — Enterprise tech M&amp;A advisory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