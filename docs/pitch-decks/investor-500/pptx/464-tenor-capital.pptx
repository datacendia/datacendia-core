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TENOR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TENOR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TENOR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Alternative Investments · New York, NY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TENOR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TENOR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Tenor Capital invests in alternative investments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Tech-focused alternatives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tenor-capital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TENOR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TENOR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