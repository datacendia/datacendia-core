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TENOR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TENOR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TENOR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Alternative Investments · New York, NY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TENOR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TENOR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tenor-capital's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Tech-focused alternatives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tenor-capital has backed the data stack (Tech-focused alternatives,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TENOR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Event-driven tech investing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TENOR CAPITAL — Event-driven tech investing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