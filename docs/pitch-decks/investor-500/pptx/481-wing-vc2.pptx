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Wing Venture Capital (II)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Pure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wing-vc2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WING VENTURE CAPITAL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