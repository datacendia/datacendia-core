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 (II)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 (II)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 (II)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 (II)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 (II)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wing-vc2's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Pure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wing-vc2 has backed the data stack (Pure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 (II)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Enterprise-only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(II) — Enterprise-only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