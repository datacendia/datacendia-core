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5" name="Text 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OVERVIEW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Pitch Decks — Index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