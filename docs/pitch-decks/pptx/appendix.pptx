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Detailed Pricing, Technical Architecture &amp; Competitive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Confidential — For Qualified Prospects &amp; Investors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All tiers include full Council (50+ agents) + DCII + Compliance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On-premises and air-gapped: +15–25% infrastructure surcharge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Multi-year discounts: 10% (2yr), 15% (3yr)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Volume pricing for 1,000+ users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proof of value on a single strategic problem. If the Council doesn't identify at least 3 critical risks you missed, we refund the full pilot fee. No questions asked.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Technical Architecture Overview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+ TypeScript SPA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WebSocket updates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Responsive dashboard UI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26-language i18n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orchestration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deliberation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DCII truth/integrity scoring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Complete Product Suite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multi-perspective AI deliberation with confidence scoring and dissent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Centrality Integrity Index — truth scoring, source reliability, claim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Five Rings of Sovereignty — SOC 2, ISO 27001, GDPR, FedRAMP, HIPAA, EU AI Act, DORA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Time-series forecasting and scenario simulation engine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market, sentiment, and competitive intelligence aggregation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Knowledge graph explorer — relationship visualization across all 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AI agent that challenges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traffic control — model routing, fallback, rate limiting, cost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BI Tools &amp; Cloud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ANALYSIS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GRC, Chatbots &amp; Data Platforms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takeaway: Incumbents solve pieces of the puzzle — visualization, storage, single-model AI, or manual GRC. Datacendia is the only platform that unifies multi-agent deliberation, cryptographic proof, zero-copy architecture, and sovereign deployment in a single product.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DETAIL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Framework Coverage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Ready to Learn More?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Request a detailed briefing, architecture review, or pilot proposal.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Appendix: Pricing, Architecture &amp; Competitive Detail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