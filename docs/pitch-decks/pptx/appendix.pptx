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OVERVIEW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Appendix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Detailed Pricing, Technical Architecture &amp; Competitive Analysis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Confidential — For Qualified Prospects &amp; Investors Only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OVERVIEW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PRICING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Transparent, Procurement-Ready Pricing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All tiers include full Council (50+ agents) + DCII + Compliance Engine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On-premises and air-gapped: +15–25% infrastructure surcharge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Multi-year discounts: 10% (2yr), 15% (3yr)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Volume pricing for 1,000+ users available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90-day proof of value on a single strategic problem. If the Council doesn't identify at least 3 critical risks you missed, we refund the full pilot fee. No questions asked.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OVERVIEW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ARCHITECTURE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Technical Architecture Overview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React + TypeScript SPA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Real-time WebSocket updates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Responsive dashboard UI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Role-based access control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26-language i18n support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Council orchestration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Parallel deliberation engine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DCII truth/integrity scoring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OVERVIEW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Complete Product Suite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multi-perspective AI deliberation with confidence scoring and dissent preservation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Data Centrality Integrity Index — truth scoring, source reliability, claim verification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Five Rings of Sovereignty — SOC 2, ISO 27001, GDPR, FedRAMP, HIPAA, EU AI Act, DORA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Time-series forecasting and scenario simulation engine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Real-time market, sentiment, and competitive intelligence aggregation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Knowledge graph explorer — relationship visualization across all sources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Adversarial AI agent that challenges every recommendation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AI traffic control — model routing, fallback, rate limiting, cost optimization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OVERVIEW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COMPETITIVE ANALYSIS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Datacendia vs. BI Tools &amp; Cloud AI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OVERVIEW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COMPETITIVE ANALYSIS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Datacendia vs. GRC, Chatbots &amp; Data Platforms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Key takeaway: Incumbents solve pieces of the puzzle — visualization, storage, single-model AI, or manual GRC. Datacendia is the only platform that unifies multi-agent deliberation, cryptographic proof, zero-copy architecture, and sovereign deployment in a single product.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OVERVIEW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COMPLIANCE DETAIL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Compliance Framework Coverage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OVERVIEW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Ready to Learn More?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Request a detailed briefing, architecture review, or pilot proposal.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OVERVIEW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OVERVIEW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— Appendix: Pricing, Architecture &amp; Competitive Detail</dc:title>
  <dc:subject>PptxGenJS Presentation</dc:subject>
  <dc:creator>Datacendia</dc:creator>
  <cp:lastModifiedBy>Datacendia</cp:lastModifiedBy>
  <cp:revision>1</cp:revision>
  <dcterms:created xsi:type="dcterms:W3CDTF">2026-03-17T14:12:20Z</dcterms:created>
  <dcterms:modified xsi:type="dcterms:W3CDTF">2026-03-17T14:12:20Z</dcterms:modified>
</cp:coreProperties>
</file>