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GENERAL CATALYST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GENERAL CATALYST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General Catalyst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Cambridge, MA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GENERAL CATALYST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General Catalyst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innovation. Backs companies building enduring, category-defining businesses with societal impact.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innovation — making AI accountable by design. Every AI decision is cryptographically signed with full evidence chains.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Lemonade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Livongo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General Catalyst champions responsible innovation. Datacendia is responsible AI infrastructure: multi-agent deliberation preserves dissent, cryptographic audit trails ensure accountability.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General Catalyst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Responsible AI infrastructure by design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General Catalyst — Responsible AI infrastructure by design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General Catalyst</dc:title>
  <dc:subject>PptxGenJS Presentation</dc:subject>
  <dc:creator>Datacendia</dc:creator>
  <cp:lastModifiedBy>Datacendia</cp:lastModifiedBy>
  <cp:revision>1</cp:revision>
  <dcterms:created xsi:type="dcterms:W3CDTF">2026-03-23T16:41:43Z</dcterms:created>
  <dcterms:modified xsi:type="dcterms:W3CDTF">2026-03-23T16:41:43Z</dcterms:modified>
</cp:coreProperties>
</file>