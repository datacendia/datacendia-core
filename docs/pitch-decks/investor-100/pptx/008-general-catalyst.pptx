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innovation. Backs companies building enduring, category-defining businesses with societal impact.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innovation — making AI accountable by design. Every AI decision is cryptographically signed with full evidence chains.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Livongo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 Catalyst champions responsible innovation. Datacendia is responsible AI infrastructure: multi-agent deliberation preserves dissent, cryptographic audit trails ensure accountability.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AI infrastructure by 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— Responsible AI infrastructure by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General Catalyst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