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SERVICENOW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SERVICENOW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ServiceNow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SERVICENOW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ServiceNow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extending ServiceNow's enterprise workflow platform. Focus on AI, automation, and IT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ServiceNow's IT workflow platform handles enterprise operations. Adding AI governance to ServiceNow workflows = every ITSM decision is auditable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Moveworks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Aisera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BigPanda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Loom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 Ventures backs AI-enhanced workflows. Datacendia adds governance to AI-driven workflows: every automated ITSM decision is cryptographically auditable. Extends ServiceNow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ServiceNow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automated enterprise workflows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Workflow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ServiceNow Ventures — AI governance for automated enterprise workflows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ServiceNow Ventures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