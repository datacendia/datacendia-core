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SERVICENOW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SERVICENOW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ServiceNow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Sovereign AI Decision Evidence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· Santa Clara, CA · Series A to C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SERVICENOW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ServiceNow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Strategic investments extending ServiceNow's enterprise workflow platform. Focus on AI, automation, and IT operations.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ServiceNow's IT workflow platform handles enterprise operations. Adding AI governance to ServiceNow workflows = every ITSM decision is auditable and compliant.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Element AI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BigPanda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Passage AI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DotData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ServiceNow Ventures backs AI-enhanced workflows. Datacendia adds governance to AI-driven workflows: every automated ITSM decision is cryptographically auditable. Extends ServiceNow compliance.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(in effect since Jan 2025) requires AI operational resilience for all financial services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ServiceNow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for automated enterprise workflows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Workflow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ServiceNow Ventures — AI governance for automated enterprise workflows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ServiceNow Ventures</dc:title>
  <dc:subject>PptxGenJS Presentation</dc:subject>
  <dc:creator>Datacendia</dc:creator>
  <cp:lastModifiedBy>Datacendia</cp:lastModifiedBy>
  <cp:revision>1</cp:revision>
  <dcterms:created xsi:type="dcterms:W3CDTF">2026-03-24T10:57:14Z</dcterms:created>
  <dcterms:modified xsi:type="dcterms:W3CDTF">2026-03-24T10:57:14Z</dcterms:modified>
</cp:coreProperties>
</file>