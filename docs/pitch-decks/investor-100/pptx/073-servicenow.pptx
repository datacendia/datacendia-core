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Element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Passage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DotData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