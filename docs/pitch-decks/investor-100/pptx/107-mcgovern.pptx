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PATRICK J. MCGOVERN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PATRICK J. MCGOVERN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Patrick J. McGovern Foundation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Boston, MA · Grants to Mission Investments · $1.5B+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PATRICK J. MCGOVERN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Patrick J. McGovern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Responsible AI and data for social impact. Directly funds AI governance research and tools that ensure AI benefits humanity.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McGovern Foundation directly funds responsible AI infrastructure. Datacendia is exactly what they fund: enterprise-grade AI governance tools that make responsible AI enforceable.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MIT Media 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Stanford HAI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Partnership on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Data.org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McGovern Foundation funds responsible AI tools (Stanford HAI, Partnership on AI). Datacendia is the enterprise implementation: cryptographic governance making responsible AI enforceable at scale.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Patrick J. McGovern 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Enterprise-grade responsible AI — funded into practice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Patrick J. McGovern Foundation — Enterprise-grade responsible AI — funded into 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Patrick J. McGovern Foundation</dc:title>
  <dc:subject>PptxGenJS Presentation</dc:subject>
  <dc:creator>Datacendia</dc:creator>
  <cp:lastModifiedBy>Datacendia</cp:lastModifiedBy>
  <cp:revision>1</cp:revision>
  <dcterms:created xsi:type="dcterms:W3CDTF">2026-03-17T15:13:08Z</dcterms:created>
  <dcterms:modified xsi:type="dcterms:W3CDTF">2026-03-17T15:13:08Z</dcterms:modified>
</cp:coreProperties>
</file>