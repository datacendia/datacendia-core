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6" r:id="rId17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BPIFRANCE (LA FRENCH TECH)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BPIFRANCE (LA FRENCH TECH)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Bpifrance (La French Tech)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Government VC · Paris, France · Seed to Growth · €40B+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BPIFRANCE (LA FRENCH TECH)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Bpifrance (La French Tech)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French sovereign technology and strategic autonomy. France's public investment bank. Massive AI commitment — €2.5B+ for sovereign AI under France 2030.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France is investing €2.5B+ in sovereign AI. Datacendia's air-gapped deployment with French/EU data residency serves France's sovereign AI governance needs.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Mistral AI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Doctolib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OVHcloud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Qonto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Bpifrance invests €2.5B+ in sovereign AI (France 2030). Datacendia deploys sovereign: air-gapped, on-prem, EU data residency. AI governance for French strategic autonomy.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Bpifrance (La French Tech)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Sovereign AI governance for France 2030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Digital Sovereignty / French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pipeline: KPMG channel partner (Peru financial services), enterprise prospect via Opal Collection introduction.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17.6%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Bpifrance (La French Tech) — Sovereign AI governance for France 2030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D4AF37"/>
                </a:solidFill>
              </a:defRPr>
            </a:pPr>
            <a:r>
              <a:t>THE MARKET: Why Now, Why Big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B4B4B4"/>
                </a:solidFill>
              </a:defRPr>
            </a:pPr>
            <a:r>
              <a:t>Regulatory convergence creates a must-have moment for AI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Regulatory Forcing Functions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EU AI Act — High-risk AI governance mandatory (Aug 2026)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Penalties: €35M or 7% of global turnover (Article 99(3))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SEC cyber disclosure — 4 business days to report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AI Executive Order 14110 — federal AI transparency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Peru DS 115-2025-PCM — AI governance enacted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DORA (Jan 2025) — ICT risk for EU financial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Every enterprise deploying AI needs governance — not optional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0 incumbent owns this category — greenfield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Financial services: Basel III + SR 11-7 + Reg BI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Healthcare: FDA SaMD + HIPAA audit requirements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Defense: FedRAMP + CMMC + ITAR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12-18 month window before Big Tech bundles governance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Bpifrance (La French Tech)</dc:title>
  <dc:subject>PptxGenJS Presentation</dc:subject>
  <dc:creator>Datacendia</dc:creator>
  <cp:lastModifiedBy>Datacendia</cp:lastModifiedBy>
  <cp:revision>1</cp:revision>
  <dcterms:created xsi:type="dcterms:W3CDTF">2026-03-17T15:48:27Z</dcterms:created>
  <dcterms:modified xsi:type="dcterms:W3CDTF">2026-03-17T15:48:27Z</dcterms:modified>
</cp:coreProperties>
</file>