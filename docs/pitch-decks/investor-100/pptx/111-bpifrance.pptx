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BPIFRANCE (LA FRENCH TECH)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BPIFRANCE (LA FRENCH TECH)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Bpifrance (La French Tech)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VC · Paris, France · Seed to Growth · €40B+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BPIFRANCE (LA FRENCH TECH)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Bpifrance (La French Tech)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French sovereign technology and strategic autonomy. France's public investment bank. Massive AI commitment — €2.5B+ for sovereign AI under France 2030.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France is investing €2.5B+ in sovereign AI. Datacendia's air-gapped deployment with French/EU data residency serves France's sovereign AI governance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Mistral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OVHcloud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Qonto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Bpifrance invests €2.5B+ in sovereign AI (France 2030). Datacendia deploys sovereign: air-gapped, on-prem, EU data residency. AI governance for French strategic autonomy.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Bpifrance (La French Tech)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France 2030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French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Bpifrance (La French Tech) — Sovereign AI governance for France 2030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Bpifrance (La French Tech)</dc:title>
  <dc:subject>PptxGenJS Presentation</dc:subject>
  <dc:creator>Datacendia</dc:creator>
  <cp:lastModifiedBy>Datacendia</cp:lastModifiedBy>
  <cp:revision>1</cp:revision>
  <dcterms:created xsi:type="dcterms:W3CDTF">2026-03-23T17:48:51Z</dcterms:created>
  <dcterms:modified xsi:type="dcterms:W3CDTF">2026-03-23T17:48:51Z</dcterms:modified>
</cp:coreProperties>
</file>