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LIGHTSPEED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LIGHTSPEED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Lightspeed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LIGHTSPEED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Lightspeed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consumer tech at global scale. Lightspeed has deep expertise in enterprise SaaS and security.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combines enterprise SaaS with zero-trust security — data never leaves customer infrastructure. Like Zscaler redefined network security, Datacendia redefines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Rubrik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Zscaler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Nutanix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Lightspeed backed Zscaler (zero-trust network), Rubrik (data security), and Netskope (cloud security). Datacendia applies zero-trust to AI decisions — cryptographic proof,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Lightspeed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applied to AI decision-making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Lightspeed Venture Partners — Zero-trust applied to AI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Lightspeed Venture Partners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