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LIGHTSPEED VENTURE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LIGHTSPEED VENTURE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Lightspeed Venture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Seed to Growth · $18B+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LIGHTSPEED VENTURE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Lightspeed Venture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Enterprise and consumer tech at global scale. Lightspeed has deep expertise in enterprise SaaS and security.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combines enterprise SaaS with zero-trust security — data never leaves customer infrastructure. Like Zscaler redefined network security, Datacendia redefines AI accountability.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Rubrik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Zscaler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Nutanix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Netskope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Mulesoft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Lightspeed backed Zscaler (zero-trust network), Rubrik (data security), and Netskope (cloud security). Datacendia applies zero-trust to AI decisions — cryptographic proof, sovereign deployment.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Lightspeed Venture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Zero-trust applied to AI decision-making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Security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Lightspeed Venture Partners — Zero-trust applied to AI decision-making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Lightspeed Venture Partners</dc:title>
  <dc:subject>PptxGenJS Presentation</dc:subject>
  <dc:creator>Datacendia</dc:creator>
  <cp:lastModifiedBy>Datacendia</cp:lastModifiedBy>
  <cp:revision>1</cp:revision>
  <dcterms:created xsi:type="dcterms:W3CDTF">2026-03-17T14:30:02Z</dcterms:created>
  <dcterms:modified xsi:type="dcterms:W3CDTF">2026-03-17T14:30:02Z</dcterms:modified>
</cp:coreProperties>
</file>