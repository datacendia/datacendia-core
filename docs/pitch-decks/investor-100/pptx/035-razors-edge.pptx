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RAZOR'S EDGE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RAZOR'S EDGE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Razor's Edge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Arlington, VA · Seed to Series B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RAZOR'S EDGE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Razor's Edge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Defense and government technology. Veterans and former senior defense officials. Focus on dual-use technology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Razor's Edge knows the defense procurement cycle. Datacendia's IL4/IL5 pathway and FedRAMP-ready architecture align with government buying patterns.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Second Front Systems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Shift5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Rebellion Defense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Applied Intuition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Razor's Edge navigates defense procurement (Second Front, Shift5). Datacendia is on the IL4/IL5 pathway with air-gapped deployment — built for government acquisition.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Razor's Edge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Defense-ready AI governance on IL4/IL5 pathway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Defense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Razor's Edge Ventures — Defense-ready AI governance on IL4/IL5 pathway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Razor's Edge Ventures</dc:title>
  <dc:subject>PptxGenJS Presentation</dc:subject>
  <dc:creator>Datacendia</dc:creator>
  <cp:lastModifiedBy>Datacendia</cp:lastModifiedBy>
  <cp:revision>1</cp:revision>
  <dcterms:created xsi:type="dcterms:W3CDTF">2026-03-23T16:41:44Z</dcterms:created>
  <dcterms:modified xsi:type="dcterms:W3CDTF">2026-03-23T16:41:44Z</dcterms:modified>
</cp:coreProperties>
</file>