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YL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YL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YL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Tel Aviv / San Francisco · Seed to Series A · $800M+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YL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YL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Israeli cybersecurity DNA. CISO advisory board validates every investment. Backs founders from elite intelligence units.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YL's CISO network validates real security gaps. Enterprise CISOs confirm: AI governance with cryptographic evidence is the missing layer in their security stack.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Axonius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Orca Security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Hunters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Grip Security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YL's CISO advisory board validates gaps. Ask any enterprise CISO: AI decisions need audit trails. Datacendia provides cryptographic evidence for every AI action — CISO-validated.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YL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CISO-validated AI security gap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YL Ventures — CISO-validated AI security gap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YL Ventures</dc:title>
  <dc:subject>PptxGenJS Presentation</dc:subject>
  <dc:creator>Datacendia</dc:creator>
  <cp:lastModifiedBy>Datacendia</cp:lastModifiedBy>
  <cp:revision>1</cp:revision>
  <dcterms:created xsi:type="dcterms:W3CDTF">2026-03-23T17:48:49Z</dcterms:created>
  <dcterms:modified xsi:type="dcterms:W3CDTF">2026-03-23T17:48:49Z</dcterms:modified>
</cp:coreProperties>
</file>