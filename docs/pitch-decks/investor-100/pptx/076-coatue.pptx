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COATUE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COATUE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Coatue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$48B+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COATUE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Coatue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Tech-focused crossover fund. Data-driven investment with proprietary ML models. Deep enterprise and AI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uses ML for investment decisions — they understand AI infrastructure viscerally. Datacendia governs the kind of AI-driven decisions Coatue's own models make.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Airtable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Instacart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ServiceTitan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backs data/AI infrastructure (Databricks) and uses ML internally. Datacendia is the governance layer for enterprise AI decisions — Coatue understands this infrastructure gap firsthand.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Coatue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at crossover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Coatue Management — AI governance infrastructure at crossover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Coatue Management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