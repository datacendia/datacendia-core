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COATUE MANAGEMENT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COATUE MANAGEMENT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Coatue Management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Crossover Fund · New York, NY · Series A to Public · $48B+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COATUE MANAGEMENT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Coatue Management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Tech-focused crossover fund. Data-driven investment with proprietary ML models. Deep enterprise and AI portfolio.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uses ML for investment decisions — they understand AI infrastructure viscerally. Datacendia governs the kind of AI-driven decisions Coatue's own models make.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Databricks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Airtable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Chime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Instacart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ServiceTitan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Coatue backs data/AI infrastructure (Databricks) and uses ML internally. Datacendia is the governance layer for enterprise AI decisions — Coatue understands this infrastructure gap firsthand.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Coatue Management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infrastructure at crossover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Coatue Management — AI governance infrastructure at crossover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Coatue Management</dc:title>
  <dc:subject>PptxGenJS Presentation</dc:subject>
  <dc:creator>Datacendia</dc:creator>
  <cp:lastModifiedBy>Datacendia</cp:lastModifiedBy>
  <cp:revision>1</cp:revision>
  <dcterms:created xsi:type="dcterms:W3CDTF">2026-03-17T15:13:08Z</dcterms:created>
  <dcterms:modified xsi:type="dcterms:W3CDTF">2026-03-17T15:13:08Z</dcterms:modified>
</cp:coreProperties>
</file>