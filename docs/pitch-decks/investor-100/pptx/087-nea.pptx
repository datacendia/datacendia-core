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(NEA)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(NEA)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(NEA)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Washington DC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(NEA)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(NEA)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of the largest VCs globally. Enterprise, healthcare, and technology. DC presence gives government/regulatory access.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NEA's DC presence + enterprise focus = regulatory insight + enterprise distribution. Datacendia benefits from both for government and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Coursera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 combines Silicon Valley enterprise with DC regulatory access (Coursera, MongoDB). Datacendia needs both: enterprise distribution + regulatory expertise for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(NEA)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distribution + DC regulatory expertise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Government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Enterprise Associates (NEA) — Enterprise distribution + DC regulatory expertise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New Enterprise Associates (NEA)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