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POINT NINE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POINT NINE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Point Nine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Berlin, Germany · Seed · $600M+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POINT NINE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Point Nine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B2B SaaS specialist. Deep metrics-driven approach to SaaS. Known for the SaaS funding napkin. European B2B authority.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Point Nine is the SaaS metrics authority. Datacendia's unit economics — $50K pilot, 3x expansion, &lt;12 month payback — fit their SaaS quality bar.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Zendesk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Algolia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Chainalysis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Loom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Point Nine wrote the SaaS playbook. Datacendia's metrics: $50K pilot → $150K-$1.5M expansion, regulatory forcing function = low churn, 4 deployment modes = high stickiness.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Point Nine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SaaS metrics that exceed the bar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B2B SaaS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Point Nine Capital — SaaS metrics that exceed the bar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Point Nine Capital</dc:title>
  <dc:subject>PptxGenJS Presentation</dc:subject>
  <dc:creator>Datacendia</dc:creator>
  <cp:lastModifiedBy>Datacendia</cp:lastModifiedBy>
  <cp:revision>1</cp:revision>
  <dcterms:created xsi:type="dcterms:W3CDTF">2026-03-23T17:11:49Z</dcterms:created>
  <dcterms:modified xsi:type="dcterms:W3CDTF">2026-03-23T17:11:49Z</dcterms:modified>
</cp:coreProperties>
</file>