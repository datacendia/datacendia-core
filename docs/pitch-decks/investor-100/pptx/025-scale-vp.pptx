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SCALE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SCALE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Scale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Foster City, CA · Series A to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SCALE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Scale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with data-driven approach. Uses proprietary data to identify enterprise breakout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backs enterprise SaaS breakouts. Datacendia's regulatory tailwind (EU AI Act, DORA) creates the forcing function for enterprise adoption — breakout conditions.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Exact Sciences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identifies enterprise breakouts early (Box, DocuSign). EU AI Act + DORA create a regulatory forcing function for AI governance — Datacendia is positioned at the inflection point.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Scale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forcing function creates breakout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Scale Venture Partners — Regulatory forcing function creates breakout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Scale Venture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