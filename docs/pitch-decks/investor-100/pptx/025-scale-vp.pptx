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SCALE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SCALE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Scale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Foster City, CA · Series A to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SCALE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Scale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SaaS with data-driven approach. Uses proprietary data to identify enterprise breakout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 VP backs enterprise SaaS breakouts. Datacendia's regulatory tailwind (EU AI Act, DORA) creates the forcing function for enterprise adoption — breakout conditions.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Exact Sciences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 VP identifies enterprise breakouts early (Box, DocuSign). EU AI Act + DORA create a regulatory forcing function for AI governance — Datacendia is positioned at the inflection point.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Scale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forcing function creates breakout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Scale Venture Partners — Regulatory forcing function creates breakout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Scale Venture Partners</dc:title>
  <dc:subject>PptxGenJS Presentation</dc:subject>
  <dc:creator>Datacendia</dc:creator>
  <cp:lastModifiedBy>Datacendia</cp:lastModifiedBy>
  <cp:revision>1</cp:revision>
  <dcterms:created xsi:type="dcterms:W3CDTF">2026-03-23T16:41:44Z</dcterms:created>
  <dcterms:modified xsi:type="dcterms:W3CDTF">2026-03-23T16:41:44Z</dcterms:modified>
</cp:coreProperties>
</file>