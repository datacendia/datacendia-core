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FELICIS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FELICIS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Felicis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Seed to Series B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FELICIS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Felicis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Backs founders building iconic companies. Focus on enterprise infrastructure and platforms that scale globally.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infrastructure that scales globally — 23 jurisdictions covered, 4 deployment modes, multi-language support. Built for global enterprises from day one.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Adyen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Canva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Plaid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Notion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Shopify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Felicis backs globally-scaling platforms (Adyen, Shopify, Plaid). Datacendia covers 23 jurisdictions with sovereign deployment — built for global enterprise from inception.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Felicis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Globally-scaling AI governance platform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Felicis Ventures — Globally-scaling AI governance platform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Felicis Ventures</dc:title>
  <dc:subject>PptxGenJS Presentation</dc:subject>
  <dc:creator>Datacendia</dc:creator>
  <cp:lastModifiedBy>Datacendia</cp:lastModifiedBy>
  <cp:revision>1</cp:revision>
  <dcterms:created xsi:type="dcterms:W3CDTF">2026-03-17T14:30:02Z</dcterms:created>
  <dcterms:modified xsi:type="dcterms:W3CDTF">2026-03-17T14:30:02Z</dcterms:modified>
</cp:coreProperties>
</file>