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RADICAL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RADICAL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Radical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Toronto, Canada · Seed to Series B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RADICAL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Radical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Pure-play AI investment. Founded by leaders in AI research. Backs companies building the foundational AI infrastructure layer.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Every AI model Radical's portfolio deploys needs governance. Datacendia provides the accountability layer that makes enterprise AI adoption safe and compliant.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Cohere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Waabi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Ada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Dessa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Layer 6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Radical Ventures backs frontier AI (Cohere, Waabi). As their portfolio companies sell to enterprises, those enterprises need Datacendia to govern AI decisions with cryptographic proof.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Radical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Governance layer for the AI ecosystem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Radical Ventures — Governance layer for the AI ecosystem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Radical Ventures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