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ADICA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ADICA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adica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oronto, Canada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ADICA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adica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ure-play AI investment. Founded by leaders in AI research. Backs companies building the foundational AI infrastructure lay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very AI model Radical's portfolio deploys needs governance. Datacendia provides the accountability layer that makes enterprise AI adoption safe and complia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ab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ss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ayer 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dical Ventures backs frontier AI (Cohere, Waabi). As their portfolio companies sell to enterprises, those enterprises need Datacendia to govern AI decisions with cryptographic proof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adica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layer for the AI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adical Ventures — Governance layer for the AI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adical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