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RADICAL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RADICAL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Radical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Toronto, Canada · Seed to Series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RADICAL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Radical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Pure-play AI investment. Founded by leaders in AI research. Backs companies building the foundational AI infrastructure layer.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Every AI model Radical's portfolio deploys needs governance. Datacendia provides the accountability layer that makes enterprise AI adoption safe and compliant.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Cohere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Waabi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Dessa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Layer 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Radical Ventures backs frontier AI (Cohere, Waabi). As their portfolio companies sell to enterprises, those enterprises need Datacendia to govern AI decisions with cryptographic proof.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Radical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layer for the AI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Radical Ventures — Governance layer for the AI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Radical Ventures</dc:title>
  <dc:subject>PptxGenJS Presentation</dc:subject>
  <dc:creator>Datacendia</dc:creator>
  <cp:lastModifiedBy>Datacendia</cp:lastModifiedBy>
  <cp:revision>1</cp:revision>
  <dcterms:created xsi:type="dcterms:W3CDTF">2026-03-24T10:57:13Z</dcterms:created>
  <dcterms:modified xsi:type="dcterms:W3CDTF">2026-03-24T10:57:13Z</dcterms:modified>
</cp:coreProperties>
</file>