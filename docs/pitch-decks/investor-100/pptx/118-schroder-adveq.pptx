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SCHRODERS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SCHRODERS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Schroders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/ VC Fund-of-Funds · Zurich / London · Growth · $90B+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SCHRODERS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Schroders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Swiss-rooted responsible investment. Strong ESG integration. Digital sovereignty aligned with Swiss neutrality and data protection traditions.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Swiss institutions demand sovereign data handling. Datacendia's zero-copy architecture and on-prem deployment aligns with Swiss banking secrecy traditions adapted for the AI era.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via fund-of-funds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Direct co-investments in security/enterprise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Schroders ($90B+, Swiss-rooted) understands data sovereignty deeply. Datacendia: zero-copy data architecture, on-prem deployment, Swiss-compatible sovereignty — AI governance for the most regulated markets.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Schroders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Swiss-grade data sovereignty for AI governance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Digital Sovereignty / Swiss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Schroders Capital — Swiss-grade data sovereignty for AI governance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Schroders Capital</dc:title>
  <dc:subject>PptxGenJS Presentation</dc:subject>
  <dc:creator>Datacendia</dc:creator>
  <cp:lastModifiedBy>Datacendia</cp:lastModifiedBy>
  <cp:revision>1</cp:revision>
  <dcterms:created xsi:type="dcterms:W3CDTF">2026-03-23T17:48:51Z</dcterms:created>
  <dcterms:modified xsi:type="dcterms:W3CDTF">2026-03-23T17:48:51Z</dcterms:modified>
</cp:coreProperties>
</file>