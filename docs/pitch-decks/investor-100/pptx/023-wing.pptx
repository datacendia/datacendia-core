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specialist. Former operators from enterprise companies. Deep expertise in enterprise go-to-market.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Wing's enterprise expertise + data infrastructure focus (Snowflake, VAST Data, Cohesity) makes them ideal for Datacendia's enterprise AI governance play.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Cohesity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VAST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InfluxData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Uptycs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 combines enterprise GTM expertise with data infrastructure pattern-matching (Snowflake, VAST Data). Datacendia is the governance layer for enterprise AI — same enterprise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GTM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— Enterprise GTM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Wing Venture Capital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