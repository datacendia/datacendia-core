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WING VENTURE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WING VENTURE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Wing Venture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Seed to Series B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WING VENTURE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Wing Venture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specialist. Former operators from enterprise companies. Deep expertise in enterprise go-to-market.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Wing's enterprise expertise + data infrastructure focus (Snowflake, VAST Data, Cohesity) makes them ideal for Datacendia's enterprise AI governance play.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Cohesity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VAST Data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InfluxData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Uptycs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Wing combines enterprise GTM expertise with data infrastructure pattern-matching (Snowflake, VAST Data). Datacendia is the governance layer for enterprise AI — same enterprise DNA.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Wing Venture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GTM for AI governance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Wing Venture Capital — Enterprise GTM for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Wing Venture Capital</dc:title>
  <dc:subject>PptxGenJS Presentation</dc:subject>
  <dc:creator>Datacendia</dc:creator>
  <cp:lastModifiedBy>Datacendia</cp:lastModifiedBy>
  <cp:revision>1</cp:revision>
  <dcterms:created xsi:type="dcterms:W3CDTF">2026-03-23T19:07:01Z</dcterms:created>
  <dcterms:modified xsi:type="dcterms:W3CDTF">2026-03-23T19:07:01Z</dcterms:modified>
</cp:coreProperties>
</file>