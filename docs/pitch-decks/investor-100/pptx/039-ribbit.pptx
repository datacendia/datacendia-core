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RIBBIT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RIBBIT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Ribbit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Palo Alto, CA · Seed to Growth · $4B+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RIBBIT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Ribbit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Financial services reinvention. Backs companies that transform banking, insurance, and wealth management with technology.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Ribbit's portfolio companies all face AI governance requirements. As fintech deploys AI for credit, trading, and compliance, they need Datacendia for regulatory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Robinhood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Coinbase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Revolut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Brex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Current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Ribbit backed Robinhood, Coinbase, Revolut — all face AI regulation. As fintech deploys AI, regulators demand explainability. Datacendia provides the governance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Ribbit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infrastructure for fintech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Fintech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Ribbit Capital — decision evidence infrastructure for fintech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Ribbit Capital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