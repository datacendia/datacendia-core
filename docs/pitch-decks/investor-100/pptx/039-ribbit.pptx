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RIBBIT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RIBBIT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Ribbit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Growth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RIBBIT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Ribbit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services reinvention. Backs companies that transform banking, insurance, and wealth management with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Ribbit's portfolio companies all face AI governance requirements. As fintech deploys AI for credit, trading, and compliance, they need Datacendia for regulatory evidence.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Robinhood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Coinbase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Brex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Current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Ribbit backed Robinhood, Coinbase, Revolut — all face AI regulation. As fintech deploys AI, regulators demand explainability. Datacendia provides the governance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Ribbit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infrastructure for fintech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Ribbit Capital — AI governance infrastructure for fintech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Ribbit Capital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