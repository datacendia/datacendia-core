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RIBBIT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RIBBIT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Ribbit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Growth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RIBBIT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Ribbit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reinvention. Backs companies that transform banking, insurance, and wealth management with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Ribbit's portfolio companies all face AI governance requirements. As fintech deploys AI for credit, trading, and compliance, they need Datacendia for regulatory evidence.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Robinhood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Current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Ribbit backed Robinhood, Coinbase, Revolut — all face AI regulation. As fintech deploys AI, regulators demand explainability. Datacendia provides the governance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Ribbit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infrastructure for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Ribbit Capital — AI governance infrastructure for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Ribbit Capital</dc:title>
  <dc:subject>PptxGenJS Presentation</dc:subject>
  <dc:creator>Datacendia</dc:creator>
  <cp:lastModifiedBy>Datacendia</cp:lastModifiedBy>
  <cp:revision>1</cp:revision>
  <dcterms:created xsi:type="dcterms:W3CDTF">2026-03-24T10:57:14Z</dcterms:created>
  <dcterms:modified xsi:type="dcterms:W3CDTF">2026-03-24T10:57:14Z</dcterms:modified>
</cp:coreProperties>
</file>