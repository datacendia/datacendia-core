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BALDERTON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BALDERTON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Balderton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Series A to B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BALDERTON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Balderton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European-only fund. Backs European founders building global category leaders. Deep enterprise SaaS expertise.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Balderton's European-only thesis + EU AI Act = perfect fit. Datacendia solves the European AI governance problem with sovereign deployment and EU regulatory compliance.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Citymapper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Nutmeg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GoCardless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The Hut Group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Balderton is Europe's enterprise authority. EU AI Act creates a €2B+ AI governance market in Europe alone. Datacendia is purpose-built: sovereign deployment, EU regulatory mapping, GDPR-native.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Balderton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AI governance market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Balderton Capital — European AI governance market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Balderton Capital</dc:title>
  <dc:subject>PptxGenJS Presentation</dc:subject>
  <dc:creator>Datacendia</dc:creator>
  <cp:lastModifiedBy>Datacendia</cp:lastModifiedBy>
  <cp:revision>1</cp:revision>
  <dcterms:created xsi:type="dcterms:W3CDTF">2026-03-23T18:13:06Z</dcterms:created>
  <dcterms:modified xsi:type="dcterms:W3CDTF">2026-03-23T18:13:06Z</dcterms:modified>
</cp:coreProperties>
</file>