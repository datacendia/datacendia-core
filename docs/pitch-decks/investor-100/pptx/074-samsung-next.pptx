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SAMSUNG NEXT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SAMSUNG NEXT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Samsung NEXT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 Francisco / Seoul · Seed to Series B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SAMSUNG NEXT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Samsung NEXT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Samsung's innovation arm. Backs AI, enterprise, and security companies. Bridge between Silicon Valley and Korean/Asian enterprise.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Samsung NEXT bridges US and Asian enterprise. Datacendia's multi-jurisdiction coverage (23 jurisdictions including APAC) serves Samsung's global enterprise customers.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SmartThings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SparkBeyond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Kinetica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AdHive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Samsung NEXT bridges US-Asia enterprise tech. Datacendia covers 23 jurisdictions including Korean and APAC regulation — AI governance for Samsung's global enterprise ecosystem.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Samsung NEXT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Global AI governance spanning US, EU, and APAC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Global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Samsung NEXT — Global AI governance spanning US, EU, and APAC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Samsung NEXT</dc:title>
  <dc:subject>PptxGenJS Presentation</dc:subject>
  <dc:creator>Datacendia</dc:creator>
  <cp:lastModifiedBy>Datacendia</cp:lastModifiedBy>
  <cp:revision>1</cp:revision>
  <dcterms:created xsi:type="dcterms:W3CDTF">2026-03-23T17:48:50Z</dcterms:created>
  <dcterms:modified xsi:type="dcterms:W3CDTF">2026-03-23T17:48:50Z</dcterms:modified>
</cp:coreProperties>
</file>