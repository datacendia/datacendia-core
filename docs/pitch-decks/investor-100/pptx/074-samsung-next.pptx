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SparkBeyond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Kinetica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AdHive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