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66" r:id="rId17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MOZILLA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MOZILLA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Mozilla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Venture Capital · San Francisco, CA · Pre-Seed to Series A · $35M+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MOZILLA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Mozilla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Trustworthy AI and internet health. Backs startups building responsible, transparent, and open technology that puts people first.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open-source (Apache 2.0) with cryptographic transparency for every AI decision. It embodies Mozilla's vision: technology that is accountable, auditable, and open.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Block Party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Hiya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MetaCert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Secure AI Labs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Mozilla champions trustworthy AI. Datacendia delivers it: open-source core, cryptographic decision evidence, dissent preservation. Every AI decision is transparent and accountable — the Mozilla way.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Mozilla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Open-source trustworthy AI infrastructure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Ethics / Open Source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pipeline: KPMG channel partner (Peru financial services), enterprise prospect via Opal Collection introduction. NVIDIA Inception member.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GTM hiring, SOC 2 Type II certification, first enterprise pilots.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17.6%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Mozilla Ventures — Open-source trustworthy AI infrastructure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A0A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D4AF37"/>
                </a:solidFill>
              </a:defRPr>
            </a:pPr>
            <a:r>
              <a:t>THE MARKET: Why Now, Why Big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09728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800">
                <a:solidFill>
                  <a:srgbClr val="B4B4B4"/>
                </a:solidFill>
              </a:defRPr>
            </a:pPr>
            <a:r>
              <a:t>Regulatory convergence creates a must-have moment for AI governance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Regulatory Forcing Functions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EU AI Act — High-risk AI governance mandatory (Aug 2026)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Penalties: €35M or 7% of global turnover (Article 99(3))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SEC cyber disclosure — 4 business days to report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AI Executive Order 14110 — federal AI transparency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Peru DS 115-2025-PCM — AI governance enacted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DORA (Jan 2025) — ICT risk for EU financial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217920" y="1554480"/>
            <a:ext cx="502920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200" b="1">
                <a:solidFill>
                  <a:srgbClr val="FFFFFF"/>
                </a:solidFill>
              </a:defRPr>
            </a:pPr>
            <a:r>
              <a:t>The Opportunity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0" y="2103120"/>
            <a:ext cx="5029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Every enterprise deploying AI needs governance — not optional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0 incumbent owns this category — greenfield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Financial services: Basel III + SR 11-7 + Reg BI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Healthcare: FDA SaMD + HIPAA audit requirements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Defense: FedRAMP + CMMC + ITAR</a:t>
            </a:r>
          </a:p>
          <a:p>
            <a:pPr>
              <a:spcAft>
                <a:spcPts val="1000"/>
              </a:spcAft>
              <a:defRPr sz="1600">
                <a:solidFill>
                  <a:srgbClr val="FFFFFF"/>
                </a:solidFill>
              </a:defRPr>
            </a:pPr>
            <a:r>
              <a:t>• 12-18 month window before Big Tech bundles governance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Mozilla Ventures</dc:title>
  <dc:subject>PptxGenJS Presentation</dc:subject>
  <dc:creator>Datacendia</dc:creator>
  <cp:lastModifiedBy>Datacendia</cp:lastModifiedBy>
  <cp:revision>1</cp:revision>
  <dcterms:created xsi:type="dcterms:W3CDTF">2026-03-17T15:48:27Z</dcterms:created>
  <dcterms:modified xsi:type="dcterms:W3CDTF">2026-03-17T15:48:27Z</dcterms:modified>
</cp:coreProperties>
</file>