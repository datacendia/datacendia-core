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MOZILLA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MOZILLA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Mozilla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Pre-Seed to Series A · $35M+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MOZILLA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Mozilla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Trustworthy AI and internet health. Backs startups building responsible, transparent, and open technology that puts people first.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open-source (Apache 2.0) with cryptographic transparency for every AI decision. It embodies Mozilla's vision: technology that is accountable, auditable, and open.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Block Party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Hiya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MetaCert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Secure AI Labs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Mozilla champions trustworthy AI. Datacendia delivers it: open-source core, cryptographic decision evidence, dissent preservation. Every AI decision is transparent and accountable — the Mozilla way.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Mozilla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Open-source trustworthy AI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Open Source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Mozilla Ventures — Open-source trustworthy AI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Mozilla Ventures</dc:title>
  <dc:subject>PptxGenJS Presentation</dc:subject>
  <dc:creator>Datacendia</dc:creator>
  <cp:lastModifiedBy>Datacendia</cp:lastModifiedBy>
  <cp:revision>1</cp:revision>
  <dcterms:created xsi:type="dcterms:W3CDTF">2026-03-23T16:41:45Z</dcterms:created>
  <dcterms:modified xsi:type="dcterms:W3CDTF">2026-03-23T16:41:45Z</dcterms:modified>
</cp:coreProperties>
</file>