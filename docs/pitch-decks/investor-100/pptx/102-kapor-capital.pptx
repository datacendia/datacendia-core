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APO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APO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apo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Oakland, CA · Seed to Series 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APO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apo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thical technology that closes gaps in opportunity. Mitch Kapor (Lotus founder) and Freada Kapor Klein. Focus on tech that removes bias and increases fairne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I bias is an accountability failure. Datacendia's multi-agent deliberation with dissent tracking ensures diverse perspectives are heard — not suppressed — in every AI deci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itwise Industri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igeon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yven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y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apor Capital fights bias in technology. Datacendia fights bias in AI: multi-agent deliberation surfaces dissent, preserves minority viewpoints, and creates evidence trails that expose unfair decis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apo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ti-bias AI through mandatory dissent and transparen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Ethics / Social Imp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Kapor Capital — Anti-bias AI through mandatory dissent and transpare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Kapor Capital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