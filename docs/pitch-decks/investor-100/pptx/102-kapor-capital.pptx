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KAPOR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KAPOR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Kapor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Oakland, CA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KAPOR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Kapor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Ethical technology that closes gaps in opportunity. Mitch Kapor (Lotus founder) and Freada Kapor Klein. Focus on tech that removes bias and increases fairness.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 bias is an accountability failure. Datacendia's multi-agent deliberation with dissent tracking ensures diverse perspectives are heard — not suppressed — in every AI decision.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Bitwise Industries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Pigeonly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Mayvenn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Noyo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Kapor Capital fights bias in technology. Datacendia fights bias in AI: multi-agent deliberation surfaces dissent, preserves minority viewpoints, and creates evidence trails that expose unfair decisions.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Kapor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Anti-bias AI through mandatory dissent and transparency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Social Impact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Kapor Capital — Anti-bias AI through mandatory dissent and transparency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Kapor Capital</dc:title>
  <dc:subject>PptxGenJS Presentation</dc:subject>
  <dc:creator>Datacendia</dc:creator>
  <cp:lastModifiedBy>Datacendia</cp:lastModifiedBy>
  <cp:revision>1</cp:revision>
  <dcterms:created xsi:type="dcterms:W3CDTF">2026-03-23T19:15:35Z</dcterms:created>
  <dcterms:modified xsi:type="dcterms:W3CDTF">2026-03-23T19:15:35Z</dcterms:modified>
</cp:coreProperties>
</file>