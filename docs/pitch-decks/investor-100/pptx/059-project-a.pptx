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PROJECT 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PROJECT 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Project 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Seed to Series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PROJECT 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Project 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Operational VC with 100+ in-house experts. Hands-on support in engineering, data, marketing, and sales.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Project A's operational approach (100+ in-house experts) can accelerate Datacendia's European GTM with hands-on engineering, data science, and sales support.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WorldRemit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Spryker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Sennder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Trade Republic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Project A provides 100+ operational experts to portfolio companies. Datacendia needs European GTM acceleration — Project A's hands-on approach can fast-track enterprise sales.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Project 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Operational support for European GTM acceleration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Project A Ventures — Operational support for European GTM acceleration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Project A Ventures</dc:title>
  <dc:subject>PptxGenJS Presentation</dc:subject>
  <dc:creator>Datacendia</dc:creator>
  <cp:lastModifiedBy>Datacendia</cp:lastModifiedBy>
  <cp:revision>1</cp:revision>
  <dcterms:created xsi:type="dcterms:W3CDTF">2026-03-23T19:15:34Z</dcterms:created>
  <dcterms:modified xsi:type="dcterms:W3CDTF">2026-03-23T19:15:34Z</dcterms:modified>
</cp:coreProperties>
</file>