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DELOITTE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DELOITTE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Deloitte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New York / London · Series A to C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DELOITTE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Deloitte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Strategic investments aligned with Deloitte's enterprise advisory practice. Focus on audit, risk, compliance, and AI technology.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Deloitte audits thousands of enterprises on compliance. AI governance is becoming part of every audit. Datacendia provides the evidence Deloitte auditors need to verify.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Socure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Chainalysis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Narrative Science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Deloitte audits enterprise compliance globally. AI governance evidence will be part of every audit. Datacendia generates audit-ready cryptographic evidence — making Deloitte's job easier.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Deloitte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Audit-ready AI governance evidence for Big 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Audit / Compliance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Deloitte Ventures — Audit-ready AI governance evidence for Big 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Deloitte Ventures</dc:title>
  <dc:subject>PptxGenJS Presentation</dc:subject>
  <dc:creator>Datacendia</dc:creator>
  <cp:lastModifiedBy>Datacendia</cp:lastModifiedBy>
  <cp:revision>1</cp:revision>
  <dcterms:created xsi:type="dcterms:W3CDTF">2026-03-17T15:13:08Z</dcterms:created>
  <dcterms:modified xsi:type="dcterms:W3CDTF">2026-03-17T15:13:08Z</dcterms:modified>
</cp:coreProperties>
</file>