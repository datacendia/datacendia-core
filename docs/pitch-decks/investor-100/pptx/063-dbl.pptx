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DBL PARTNERS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DBL PARTNERS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DBL Partners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DBL PARTNERS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DBL Partners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Double bottom line: financial returns + social impact. Backed Tesla and SolarCity early. Focus on mission-driven tech.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DBL's double bottom line thesis fits Datacendia: financial returns (enterprise SaaS) + social impact (AI accountability and transparency for society).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Tesla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SolarCity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The Honest Company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Pandora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DBL backs mission-driven companies (Tesla, SolarCity). Datacendia's mission: make AI accountable. Enterprise SaaS returns + societal impact of transparent, evidence-based AI decisions.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DBL Partners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Enterprise returns + AI accountability mission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Impact / Enterprise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DBL Partners — Enterprise returns + AI accountability mission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DBL Partners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