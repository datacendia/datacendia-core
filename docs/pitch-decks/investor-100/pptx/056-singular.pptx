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SINGULAR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SINGULAR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Singular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Paris / Berlin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SINGULAR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Singular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AI and deep tech. Backs technical founders building AI infrastructure. Strong research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Singular backed Mistral AI and Hugging Face — the AI models. Every enterprise deploying these models needs governance. Datacendia is the governance layer for the AI Singular backs.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Mistral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Hugging Face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Poolside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Kyutai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Singular backed Mistral AI and Hugging Face. As enterprises deploy those models, they need Datacendia: governance, audit trails, and compliance for every AI decision those models make.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Singular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layer for the AI ecosystem Singular builds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Singular — Governance layer for the AI ecosystem Singular builds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Singular</dc:title>
  <dc:subject>PptxGenJS Presentation</dc:subject>
  <dc:creator>Datacendia</dc:creator>
  <cp:lastModifiedBy>Datacendia</cp:lastModifiedBy>
  <cp:revision>1</cp:revision>
  <dcterms:created xsi:type="dcterms:W3CDTF">2026-03-17T14:30:03Z</dcterms:created>
  <dcterms:modified xsi:type="dcterms:W3CDTF">2026-03-17T14:30:03Z</dcterms:modified>
</cp:coreProperties>
</file>