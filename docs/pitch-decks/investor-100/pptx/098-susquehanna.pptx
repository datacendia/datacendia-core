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SIG (SUSQUEHANNA GROWTH EQUITY)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SIG (SUSQUEHANNA GROWTH EQUITY)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SIG (Susquehanna Growth Equity)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Sovereign AI Decision Evidence Infrastructure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Growth Equity · Bala Cynwyd, PA · Growth · $4B+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SIG (SUSQUEHANNA GROWTH EQUITY)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SIG (Susquehanna Growth Equity)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Quantitative trading heritage. Deep understanding of data, algorithms, and regulated decision-making.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SIG's quantitative trading DNA means they understand algorithmic decision-making and regulation. Datacendia governs AI decisions with the rigor trading firms demand.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ByteDance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Flipkart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DJI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Virtu Financial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SIG (quantitative trading heritage) understands algorithmic accountability. Datacendia applies that same rigor to enterprise AI: every decision logged, signed, and auditable.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Accountability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systems make high-stakes decisions with no audit trail, no evidence, and no dissent tracking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(in effect since Jan 2025) requires AI operational resilience for all financial services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Platforms w/ crypto AI evidence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SIG (Susquehanna Growth Equity)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Trading-grade rigor for enterprise AI decisions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Quantitative / Enterprise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90-Day Guarantee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Deploy Datacendia for 90 days on a single strategic problem. If the Council doesn't identify at least 3 critical risks you missed, we refund the pilot fee.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and co-marketing opportunities.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NVIDIA Inception member. Live production platform at app.datacendia.com. Open-core Apache 2.0 foundation.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enterprise pilots, SOC 2 Type II certification, EU AI Act regulatory validation.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Personalized for SIG (Susquehanna Growth Equity) — Trading-grade rigor for enterprise AI decisions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SIG (Susquehanna Growth Equity)</dc:title>
  <dc:subject>PptxGenJS Presentation</dc:subject>
  <dc:creator>Datacendia</dc:creator>
  <cp:lastModifiedBy>Datacendia</cp:lastModifiedBy>
  <cp:revision>1</cp:revision>
  <dcterms:created xsi:type="dcterms:W3CDTF">2026-03-24T10:57:15Z</dcterms:created>
  <dcterms:modified xsi:type="dcterms:W3CDTF">2026-03-24T10:57:15Z</dcterms:modified>
</cp:coreProperties>
</file>