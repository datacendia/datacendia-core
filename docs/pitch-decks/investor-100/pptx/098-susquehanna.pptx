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SIG (SUSQUEHANNA GROWTH EQUITY)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SIG (SUSQUEHANNA GROWTH EQUITY)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SIG (Susquehanna Growth Equity)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Bala Cynwyd, PA · Growth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SIG (SUSQUEHANNA GROWTH EQUITY)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SIG (Susquehanna Growth Equity)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Quantitative trading heritage. Deep understanding of data, algorithms, and regulated decision-making.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SIG's quantitative trading DNA means they understand algorithmic decision-making and regulation. Datacendia governs AI decisions with the rigor trading firms demand.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Flipkart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DJI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Virtu Financial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SIG (quantitative trading heritage) understands algorithmic accountability. Datacendia applies that same rigor to enterprise AI: every decision logged, signed, and auditable.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SIG (Susquehanna Growth Equity)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Trading-grade rigor for enterprise AI decisions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Quantitative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SIG (Susquehanna Growth Equity) — Trading-grade rigor for enterprise AI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SIG (Susquehanna Growth Equity)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