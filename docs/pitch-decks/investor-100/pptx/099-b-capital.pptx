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Los Angeles / Singapore · Series B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Eduardo Saverin's fund. Enterprise technology with global reach. Bridge between US, Europe, and Asia enterprise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Capital's global enterprise reach (US-Europe-Asia) and Icertis investment (contract AI) shows they understand enterprise compliance. Datacendia extends that to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Icertis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Ninja Van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Evidation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Appier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 Capital backed Icertis (contract AI intelligence). Datacendia extends the thesis: governance for all enterprise AI decisions, not just contracts. Global reach across 23 jurisdictions.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with global distribution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Global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 Capital Group — Enterprise AI governance with global distribution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 Capital Group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