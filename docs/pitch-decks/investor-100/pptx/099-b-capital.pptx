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 CAPITAL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 CAPITAL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 Capital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Los Angeles / Singapore · Series B to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 CAPITAL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 Capital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Eduardo Saverin's fund. Enterprise technology with global reach. Bridge between US, Europe, and Asia enterprise markets.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 Capital's global enterprise reach (US-Europe-Asia) and Icertis investment (contract AI) shows they understand enterprise compliance. Datacendia extends that to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Icertis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Ninja Van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Evidation Health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Appier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 Capital backed Icertis (contract AI intelligence). Datacendia extends the thesis: governance for all enterprise AI decisions, not just contracts. Global reach across 23 jurisdictions.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 Capital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AI governance with global distribution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Global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 Capital Group — Enterprise AI governance with global distribution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 Capital Group</dc:title>
  <dc:subject>PptxGenJS Presentation</dc:subject>
  <dc:creator>Datacendia</dc:creator>
  <cp:lastModifiedBy>Datacendia</cp:lastModifiedBy>
  <cp:revision>1</cp:revision>
  <dcterms:created xsi:type="dcterms:W3CDTF">2026-03-17T14:30:04Z</dcterms:created>
  <dcterms:modified xsi:type="dcterms:W3CDTF">2026-03-17T14:30:04Z</dcterms:modified>
</cp:coreProperties>
</file>