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INNOVATION ENDEAVORS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INNOVATION ENDEAVORS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Innovation Endeavors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Seed to Series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INNOVATION ENDEAVORS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Innovation Endeavors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Eric Schmidt's fund. AI, data infrastructure, and frontier technology. Deep technical thesis on AI safety and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Eric Schmidt has been vocal on AI governance. Innovation Endeavors' AI safety thesis directly aligns with Datacendia's mission: accountable, transparent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Forter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SambaNova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Planet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Uber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Eric Schmidt champions AI governance publicly. Innovation Endeavors backs AI infrastructure (SambaNova). Datacendia is the accountability layer Eric Schmidt argues every enterprise needs.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Innovation Endeavors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Eric Schmidt's AI governance thesis realized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Safety /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Innovation Endeavors — Eric Schmidt's AI governance thesis realized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Innovation Endeavors</dc:title>
  <dc:subject>PptxGenJS Presentation</dc:subject>
  <dc:creator>Datacendia</dc:creator>
  <cp:lastModifiedBy>Datacendia</cp:lastModifiedBy>
  <cp:revision>1</cp:revision>
  <dcterms:created xsi:type="dcterms:W3CDTF">2026-03-17T15:13:08Z</dcterms:created>
  <dcterms:modified xsi:type="dcterms:W3CDTF">2026-03-17T15:13:08Z</dcterms:modified>
</cp:coreProperties>
</file>