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INNOVATION ENDEAVORS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INNOVATION ENDEAVORS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Innovation Endeavors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INNOVATION ENDEAVORS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Innovation Endeavors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Eric Schmidt's fund. AI, data infrastructure, and frontier technology. Deep technical thesis on AI safety and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Eric Schmidt has been vocal on AI governance. Innovation Endeavors' AI safety thesis directly aligns with Datacendia's mission: accountable, transparent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SambaNova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Planet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Eric Schmidt champions AI governance publicly. Innovation Endeavors backs AI infrastructure (SambaNova). Datacendia is the accountability layer Eric Schmidt argues every enterprise needs.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Innovation Endeavors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Eric Schmidt's AI governance thesis realized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Safety /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Innovation Endeavors — Eric Schmidt's AI governance thesis realized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Innovation Endeavors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