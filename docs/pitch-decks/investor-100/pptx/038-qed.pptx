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Alexandria, VA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Fintech specialist founded by Capital One co-founder. Deep financial services expertise and regulatory understanding.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QED's Capital One DNA means deep understanding of financial regulation. DORA (in effect since Jan 2025) and the EU AI Act now mandate AI governance for every financial institution — and no incumbent solves this.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Nubank, Klarna, SoFi, and CreditKarma all deploy AI for lending and credit decisions. Each faces growing regulatory demand for explainability and audit evidence. Datacendia is the governance infrastructure QED's portfolio companies need today.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 lending and credit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QED Investors — AI governance infrastructure for fintech lending and credit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QED Investors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