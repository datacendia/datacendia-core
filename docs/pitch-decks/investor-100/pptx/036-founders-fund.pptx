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FOUNDERS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FOUNDERS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Founders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FOUNDERS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Founders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Peter Thiel's fund. Backs contrarian bets on hard tech that most investors miss. Strong defense and infrastructure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backed Palantir ($50B+) — the data platform for defense. Datacendia is the AI governance layer Palantir doesn't have: cryptographic decision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built Palantir into the defense data standard. Datacendia adds what Palantir lacks: AI decision governance with cryptographic proof, multi-agent deliberation, and dissent tracking.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Founders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governance layer Palantir doesn't have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Founders Fund — The governance layer Palantir doesn't have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Founders Fund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