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FOUNDERS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FOUNDERS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Founders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FOUNDERS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Founders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Peter Thiel's fund. Backs contrarian bets on hard tech that most investors miss. Strong defense and infrastructure 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 Fund backed Palantir ($50B+) — the data platform for defense. Datacendia is the AI governance layer Palantir doesn't have: cryptographic decision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 Fund built Palantir into the defense data standard. Datacendia adds what Palantir lacks: AI decision governance with cryptographic proof, multi-agent deliberation, and dissent tracking.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Founders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governance layer Palantir doesn't have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Founders Fund — The governance layer Palantir doesn't have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Founders Fund</dc:title>
  <dc:subject>PptxGenJS Presentation</dc:subject>
  <dc:creator>Datacendia</dc:creator>
  <cp:lastModifiedBy>Datacendia</cp:lastModifiedBy>
  <cp:revision>1</cp:revision>
  <dcterms:created xsi:type="dcterms:W3CDTF">2026-03-23T16:41:44Z</dcterms:created>
  <dcterms:modified xsi:type="dcterms:W3CDTF">2026-03-23T16:41:44Z</dcterms:modified>
</cp:coreProperties>
</file>