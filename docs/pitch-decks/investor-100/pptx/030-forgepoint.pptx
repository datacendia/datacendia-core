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FORGEPOINT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FORGEPOINT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ForgePoint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FORGEPOINT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ForgePoint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 specialist. Former National Security Agency background. Focus on enterprise security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ForgePoint's NSA background + critical infrastructure security (Dragos) aligns with Datacendia's sovereign AI governance for energy, defense, and regulated industries.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Dragos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Devo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Coalfire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Claroty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ForgePoint backed Dragos (critical infrastructure security). Datacendia extends that thesis: AI governance for critical infrastructure — on-prem, air-gapped, cryptographically secured.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ForgePoint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critical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 / Critical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ForgePoint Capital — AI governance for critical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ForgePoint Capital</dc:title>
  <dc:subject>PptxGenJS Presentation</dc:subject>
  <dc:creator>Datacendia</dc:creator>
  <cp:lastModifiedBy>Datacendia</cp:lastModifiedBy>
  <cp:revision>1</cp:revision>
  <dcterms:created xsi:type="dcterms:W3CDTF">2026-03-17T14:30:03Z</dcterms:created>
  <dcterms:modified xsi:type="dcterms:W3CDTF">2026-03-17T14:30:03Z</dcterms:modified>
</cp:coreProperties>
</file>