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SEQUOIA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SEQUOIA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Sequoia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$85B+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SEQUOIA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Sequoia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 daring founders building legendary companies. Sequoia focuses on companies that can define or reshape entire categories.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creating the AI governance category — no incumbent exists. Like Snowflake did for cloud data, Datacendia defines how enterprises prove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Scale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Vanta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Sequoia invested in Snowflake (data cloud) and Scale AI (data labeling). Datacendia is the next data infrastructure layer: cryptographic proof that AI decisions are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Sequoia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Category-defining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Sequoia Capital — Category-defining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Sequoia Capital</dc:title>
  <dc:subject>PptxGenJS Presentation</dc:subject>
  <dc:creator>Datacendia</dc:creator>
  <cp:lastModifiedBy>Datacendia</cp:lastModifiedBy>
  <cp:revision>1</cp:revision>
  <dcterms:created xsi:type="dcterms:W3CDTF">2026-03-23T16:41:43Z</dcterms:created>
  <dcterms:modified xsi:type="dcterms:W3CDTF">2026-03-23T16:41:43Z</dcterms:modified>
</cp:coreProperties>
</file>