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David Cahn wrote in December 2025 that "big enterprises are struggling to implement AI in-house, which is leading to fatigue and disappointment" and that "with enterprises facing adoption fatigue on DIY implementations, startups are gaining even more momentum." Datacendia is exactly that startup — purpose-built AI governance infrastructure so enterprises don't have to build it themselves.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cloud), Scale AI (data labeling), and Vanta (compliance automation). Datacendia is the next infrastructure layer: cryptographic proof that AI decisions are accountable — solving the enterprise adoption fatigue David identified.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Solving enterprise AI adoption fatigue with purpose-built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Solving enterprise AI adoption fatigue with purpose-built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