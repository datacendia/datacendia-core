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creating the AI governance category — no incumbent exists. Like Snowflake did for cloud data, Datacendia defines how enterprises prove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 and Scale AI (data labeling). Datacendia is the next data infrastructure layer: cryptographic proof that AI decisions are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Category-defining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Category-defining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