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SEQUOIA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SEQUOIA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Sequoia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$85B+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SEQUOIA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Sequoia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Back daring founders building legendary companies. Sequoia focuses on companies that can define or reshape entire categories.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David Cahn wrote in December 2025 that "big enterprises are struggling to implement AI in-house, which is leading to fatigue and disappointment" and that "with enterprises facing adoption fatigue on DIY implementations, startups are gaining even more momentum." Datacendia is exactly that startup — purpose-built AI governance infrastructure so enterprises don't have to build it themselves.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Scale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Vanta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Sequoia invested in Snowflake (data cloud), Scale AI (data labeling), and Vanta (compliance automation). Datacendia is the next infrastructure layer: cryptographic proof that AI decisions are accountable — solving the enterprise adoption fatigue David identified.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Sequoia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Solving enterprise AI adoption fatigue with purpose-built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Sequoia Capital — Solving enterprise AI adoption fatigue with purpose-built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Sequoia Capital</dc:title>
  <dc:subject>PptxGenJS Presentation</dc:subject>
  <dc:creator>Datacendia</dc:creator>
  <cp:lastModifiedBy>Datacendia</cp:lastModifiedBy>
  <cp:revision>1</cp:revision>
  <dcterms:created xsi:type="dcterms:W3CDTF">2026-03-23T19:07:01Z</dcterms:created>
  <dcterms:modified xsi:type="dcterms:W3CDTF">2026-03-23T19:07:01Z</dcterms:modified>
</cp:coreProperties>
</file>