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IN-Q-TEL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IN-Q-TEL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In-Q-Tel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Strategic VC (CIA) · Arlington, VA · Seed to Series B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IN-Q-TEL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In-Q-Tel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CIA's strategic investment arm. Identifies and adapts cutting-edge technology for the US intelligence community.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intelligence community needs AI governance that runs fully offline with hardware-rooted accountability. Datacendia was designed for this: air-gapped deployment, TPM 2.0 attestation, and cryptographic evidence for every AI decision — no external dependencies.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Keyhole (Google Earth)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FireEye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Palantir gives the IC data analytics. Recorded Future gives threat intelligence. Datacendia adds what neither provides: verifiable proof of how AI-assisted decisions were made, who approved them, and why — deployable in classified environments.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In-Q-Tel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for intelligence operations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Intelligence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In-Q-Tel — AI decision governance for intelligence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In-Q-Tel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