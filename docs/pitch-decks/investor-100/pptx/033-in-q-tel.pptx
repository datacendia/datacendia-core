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IN-Q-TEL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IN-Q-TEL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In-Q-Tel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Strategic VC (CIA) · Arlington, VA · Seed to Series B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IN-Q-TEL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In-Q-Tel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CIA's strategic investment arm. Identifies and adapts cutting-edge technology for the US intelligence community.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intelligence community needs AI governance that runs offline with full accountability. Datacendia's air-gapped deployment with cryptographic evidence was designed for this.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Keyhole (Google Earth)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FireEye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In-Q-Tel backed Palantir for intelligence analysis. Datacendia complements that: AI decision governance with cryptographic evidence, air-gapped deployment, and TPM hardware root of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In-Q-Tel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for intelligence operations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Intelligence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In-Q-Tel — AI decision governance for intelligence operations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In-Q-Tel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