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DATATRIBE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DATATRIBE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DataTribe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Crisis Immunization Infrastructure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Studio · Fulton, MD · Seed to Series A · $500M+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DATATRIBE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DataTribe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Cybersecurity venture studio near NSA/USCYBERCOM. Commercializes technology from intelligence community and national labs.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DataTribe commercializes IC technology. Datacendia's cryptographic evidence (Ed25519, Merkle trees, RFC 3161) and air-gapped deployment mirror IC-grade requirements.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Dragos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ReFirm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Enveil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Prevailion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DataTribe (near NSA) commercializes intelligence community tech. Datacendia uses IC-grade cryptography — Ed25519 signatures, Merkle trees, TPM attestation — for enterprise AI governance.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Accountability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systems make high-stakes decisions with no audit trail, no evidence, and no dissent tracking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existing platform provides cryptographic proof of AI-assisted decisions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Platforms w/ crypto AI evidence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DataTribe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IC-grade cryptography for commercial AI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Cybersecurity / Intelligence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90-Day Guarantee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Deploy Datacendia for 90 days on a single strategic problem. If the Council doesn't identify at least 3 critical risks you missed, we refund the pilot fee.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 warm enterprise intros (financial institution, Big 4 channel). NVIDIA Inception member.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GTM hiring, SOC 2 Type II certification, first enterprise pilots.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Personalized for DataTribe — IC-grade cryptography for commercial AI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DataTribe</dc:title>
  <dc:subject>PptxGenJS Presentation</dc:subject>
  <dc:creator>Datacendia</dc:creator>
  <cp:lastModifiedBy>Datacendia</cp:lastModifiedBy>
  <cp:revision>1</cp:revision>
  <dcterms:created xsi:type="dcterms:W3CDTF">2026-03-17T14:30:03Z</dcterms:created>
  <dcterms:modified xsi:type="dcterms:W3CDTF">2026-03-17T14:30:03Z</dcterms:modified>
</cp:coreProperties>
</file>