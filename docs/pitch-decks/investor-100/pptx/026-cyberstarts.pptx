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CYBERSTARTS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CYBERSTARTS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Cyberstarts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 / San Francisco · Seed to Series 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CYBERSTARTS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Cyberstarts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Cybersecurity-only fund founded by former CISO operators. Backs security companies solving net-new enterprise problems.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applies zero-trust cryptographic security to AI decisions — a net-new problem no incumbent solves. Every AI decision is signed with Ed25519 and anchored in Merkle trees.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Fireblocks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Cato Networks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Cyberstarts backed Wiz ($12B) and Axonius — security for cloud and assets. Datacendia is security for AI decisions: cryptographic proof, zero-trust architecture, sovereign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Cyberstarts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Zero-trust security for AI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Cyberstarts — Zero-trust security for AI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Cyberstarts</dc:title>
  <dc:subject>PptxGenJS Presentation</dc:subject>
  <dc:creator>Datacendia</dc:creator>
  <cp:lastModifiedBy>Datacendia</cp:lastModifiedBy>
  <cp:revision>1</cp:revision>
  <dcterms:created xsi:type="dcterms:W3CDTF">2026-03-23T17:48:49Z</dcterms:created>
  <dcterms:modified xsi:type="dcterms:W3CDTF">2026-03-23T17:48:49Z</dcterms:modified>
</cp:coreProperties>
</file>