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NORTHZONE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NORTHZONE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Northzone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Stockholm / London · Seed to Growth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NORTHZONE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Northzone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Nordic-rooted European VC. Backs ambitious European founders. Strong in enterprise, fintech, and deep tech.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Nordic countries lead AI regulation (Sweden, Finland, Denmark are EU AI Act early adopters). Datacendia serves the most regulation-forward markets in Europe.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Spotify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iZettle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Trustpilot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Kahoot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Northzone (Spotify, Trustpilot) knows European scale. Nordic markets are EU AI Act early adopters — Datacendia serves the most regulation-forward enterprises first.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Northzone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Nordic-first EU AI Act compliance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Northzone — Nordic-first EU AI Act compliance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Northzone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