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Co-founded by Hans Morris (ex-Visa, ex-Citigroup). Former OCC Comptroller as advisor.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network (including former OCC Comptroller) understands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advisory network has unmatched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