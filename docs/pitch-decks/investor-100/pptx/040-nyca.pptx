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NYCA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NYCA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Nyca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Series A to B · ~$1B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NYCA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Nyca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services technology. Founded by Hans Morris (ex-Visa President, ex-Citi CFO). 100+ senior financial services LP advisors. Deep regulatory expertise and bank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Nyca bridges Wall Street and Silicon Valley — Hans Morris built the firm specifically to connect fintech to regulated financial institutions. DORA, EU AI Act, and Basel III create mandatory AI governance demand, and Nyca's 100+ senior financial services advisors understand this better than any VC.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Socure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Alloy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AcadiaSoft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Nyca backed Socure (identity verification), Alloy (compliance automation), and Figure (blockchain lending) — all face AI governance requirements. Datacendia is the decision evidence layer their portfolio companies and their bank customers both need.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Nyca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infrastructure for regulated financial services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Regulation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Nyca Partners — AI governance infrastructure for regulated financial services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Nyca Partners</dc:title>
  <dc:subject>PptxGenJS Presentation</dc:subject>
  <dc:creator>Datacendia</dc:creator>
  <cp:lastModifiedBy>Datacendia</cp:lastModifiedBy>
  <cp:revision>1</cp:revision>
  <dcterms:created xsi:type="dcterms:W3CDTF">2026-03-23T18:13:06Z</dcterms:created>
  <dcterms:modified xsi:type="dcterms:W3CDTF">2026-03-23T18:13:06Z</dcterms:modified>
</cp:coreProperties>
</file>