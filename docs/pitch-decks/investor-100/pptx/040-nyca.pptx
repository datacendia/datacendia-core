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to connect fintech to regulated financial institutions. DORA, EU AI Act, and Basel III now create mandatory AI governance demand, and Nyca's 100+ senior financial services advisors understand this landscape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Socure (identity verification), Alloy (compliance automation), and Figure (digital lending) all deploy AI for high-stakes financial decisions. Each needs audit-grade evidence of how those decisions are made. Datacendia is the governance layer Nyca's portfolio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