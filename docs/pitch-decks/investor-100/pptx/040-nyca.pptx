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Series A to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services technology. Co-founded by Hans Morris (ex-Visa, ex-Citigroup). Former OCC Comptroller as advisor. Deep regulatory expertise and bank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Nyca's regulatory network (including former OCC Comptroller) understands mandates better than any VC. DORA, EU AI Act, and Basel III create mandatory AI governance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AcadiaSoft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Nyca's regulatory advisory network has unmatched insight. They know AI governance will be mandatory. Datacendia is built for the regulations Nyca's network enforces.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Regulatory expertise meets AI governance mandate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Regulation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Nyca Partners — Regulatory expertise meets AI governance mandate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Nyca Partners</dc:title>
  <dc:subject>PptxGenJS Presentation</dc:subject>
  <dc:creator>Datacendia</dc:creator>
  <cp:lastModifiedBy>Datacendia</cp:lastModifiedBy>
  <cp:revision>1</cp:revision>
  <dcterms:created xsi:type="dcterms:W3CDTF">2026-03-23T17:11:49Z</dcterms:created>
  <dcterms:modified xsi:type="dcterms:W3CDTF">2026-03-23T17:11:49Z</dcterms:modified>
</cp:coreProperties>
</file>