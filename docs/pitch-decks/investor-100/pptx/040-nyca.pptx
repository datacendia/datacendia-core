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specifically to connect fintech to regulated financial institutions. DORA, EU AI Act, and Basel III create mandatory AI governance demand, and Nyca's 100+ senior financial services advisors understand this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backed Socure (identity verification), Alloy (compliance automation), and Figure (blockchain lending) — all face AI governance requirements. Datacendia is the decision evidence layer their portfolio companies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