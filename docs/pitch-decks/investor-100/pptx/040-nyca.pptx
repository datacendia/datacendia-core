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~$1B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Hans Morris (ex-Visa President, ex-Citi CFO). 100+ senior financial services LP advisors.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bridges Wall Street and Silicon Valley — Hans Morris built the firm specifically to connect fintech to regulated financial institutions. DORA, EU AI Act, and Basel III create mandatory AI governance demand, and Nyca's 100+ senior financial services advisors understand this better than any VC.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backed Socure (identity verification), Alloy (compliance automation), and Figure (blockchain lending) — all face AI governance requirements. Datacendia is the decision evidence layer their portfolio companies and their bank customers both need.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regulated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AI governance infrastructure for regulated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