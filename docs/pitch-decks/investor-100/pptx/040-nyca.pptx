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NYCA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NYCA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Nyca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NYCA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Nyca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technology. Founded by former Comptroller of the Currency. Deep regulatory expertise and bank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Founded by former OCC Comptroller — Nyca understands regulatory mandates better than any VC. DORA, EU AI Act, and Basel III create mandatory AI governance demand.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Socure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Alloy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AcadiaSoft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Nyca (former OCC Comptroller) has unmatched regulatory insight. They know AI governance will be mandatory. Datacendia is built for the regulations Nyca's network enforces.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Nyca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Regulatory expertise meets AI governance mandate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Financial Regulation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Nyca Partners — Regulatory expertise meets AI governance mandate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Nyca Partners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