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A16Z BIO + HEALTH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A16Z BIO + HEALTH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a16z Bio + Health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$2.5B+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A16Z BIO + HEALTH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a16z Bio + Health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a16z's dedicated bio and health fund. Backs companies at the intersection of technology and healthcare/life sciences.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Healthcare AI is high-risk under EU AI Act Annex III. Every a16z Bio portfolio company deploying clinical AI needs governance. Datacendia provides HIPAA-compliant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Devoted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Freenome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Insitro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 Biotechnology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Bio backs health-tech deploying clinical AI. EU AI Act classifies healthcare AI as high-risk. Datacendia: HIPAA-compliant AI governance with clinical dissent tracking —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a16z Bio +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HIPAA-compliant AI governance for clinical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Healthcare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a16z Bio + Health — HIPAA-compliant AI governance for clinical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a16z Bio + Health</dc:title>
  <dc:subject>PptxGenJS Presentation</dc:subject>
  <dc:creator>Datacendia</dc:creator>
  <cp:lastModifiedBy>Datacendia</cp:lastModifiedBy>
  <cp:revision>1</cp:revision>
  <dcterms:created xsi:type="dcterms:W3CDTF">2026-03-23T19:07:02Z</dcterms:created>
  <dcterms:modified xsi:type="dcterms:W3CDTF">2026-03-23T19:07:02Z</dcterms:modified>
</cp:coreProperties>
</file>