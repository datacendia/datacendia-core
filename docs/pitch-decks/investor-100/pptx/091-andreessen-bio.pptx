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A16Z BIO + HEALTH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A16Z BIO + HEALTH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a16z Bio + Health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Growth · $2.5B+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A16Z BIO + HEALTH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a16z Bio + Health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a16z's dedicated bio and health fund. Backs companies at the intersection of technology and healthcare/life sciences.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Healthcare AI is high-risk under EU AI Act Annex III. Every a16z Bio portfolio company deploying clinical AI needs governance. Datacendia provides HIPAA-compliant AI accountability.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Devoted Health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Freenome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Insitro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VIR Biotechnology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a16z Bio backs health-tech deploying clinical AI. EU AI Act classifies healthcare AI as high-risk. Datacendia: HIPAA-compliant AI governance with clinical dissent tracking — purpose-built.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a16z Bio + Health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HIPAA-compliant AI governance for clinical AI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Healthcare AI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a16z Bio + Health — HIPAA-compliant AI governance for clinical AI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a16z Bio + Health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