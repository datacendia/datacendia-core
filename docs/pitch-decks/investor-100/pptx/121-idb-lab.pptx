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IDB LAB (INTER-AMERICAN DEVELOPMENT BANK)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IDB LAB (INTER-AMERICAN DEVELOPMENT BANK)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IDB Lab (Inter-American Development Bank)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Sovereign AI Decision Evidence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Development Finance (Grants + Equity) · Washington, DC · Grants $750K–$2M / Equity · IDB Group ($20B+ annual)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IDB LAB (INTER-AMERICAN DEVELOPMENT BANK)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IDB Lab (Inter-American Development Bank)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Innovation arm of the IDB Group. Funds ecosystem-level technology projects across 26 LatAm/Caribbean countries. Active responsible AI initiative. Focus areas: financial inclusion, climate resilience, gender equity. CEO: Graham Macmillan.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IDB Lab funds ecosystem-level AI governance infrastructure — not individual startups. Datacendia deploys as open-source sovereign AI governance across LatAm fintech ecosystems: bias detection for AI lending (expanding financial access to underserved segments), climate risk AI governance for green finance (TCFD/TNFD compliance), and gender-disaggregated impact assessment. Multi-stakeholder: partner with central banks, fintechs, and universities across Brazil, Mexico, Colombia.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Innogen Delta 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AgVentures III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fAIr LAC (Responsible AI initiative)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100+ ecosystem projects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open-source AI governance infrastructure deployable across 26 LatAm countries. Three IDB Lab impact challenges in one platform: (1) Financial inclusion — fairness evidence for AI lending prevents discrimination against women and underserved populations, (2) Climate — decision evidence for ESG scoring and green lending models, (3) Gender — bias detection and gender-disaggregated AI audit trails. Sovereign deployment: data stays in-country, supports Spanish and Portuguese, maps to Brazil LGPD and regional AI regulations.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(in effect since Jan 2025) requires AI operational resilience for all financial services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IDB Lab (Inter-American Development Bank)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Ecosystem-level AI governance for LatAm financial inclusion, climate risk, and gender equity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Development Finance / Responsible AI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and co-marketing opportunities.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NVIDIA Inception member. Live production platform at app.datacendia.com. Open-core Apache 2.0 foundation.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enterprise pilots, SOC 2 Type II certification, EU AI Act regulatory validation.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IDB Lab (Inter-American Development Bank) — Ecosystem-level AI governance for LatAm financial inclusion, climate risk, and gender equity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IDB Lab (Inter-American Development Bank)</dc:title>
  <dc:subject>PptxGenJS Presentation</dc:subject>
  <dc:creator>Datacendia</dc:creator>
  <cp:lastModifiedBy>Datacendia</cp:lastModifiedBy>
  <cp:revision>1</cp:revision>
  <dcterms:created xsi:type="dcterms:W3CDTF">2026-03-24T10:57:15Z</dcterms:created>
  <dcterms:modified xsi:type="dcterms:W3CDTF">2026-03-24T10:57:15Z</dcterms:modified>
</cp:coreProperties>
</file>