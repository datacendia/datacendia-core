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IDB LAB (INTER-AMERICAN DEVELOPMENT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IDB LAB (INTER-AMERICAN DEVELOPMENT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IDB Lab (Inter-American Development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Development Finance (Grants + Equity) · Washington, DC · Grants $750K–$2M / Equity · IDB Group ($20B+ annual)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IDB LAB (INTER-AMERICAN DEVELOPMENT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IDB Lab (Inter-American Development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Innovation arm of the IDB Group. Funds ecosystem-level technology projects across 26 LatAm/Caribbean countries. Active responsible AI initiative. Focus areas: financial inclusion, climate resilience, gender equity. CEO: Graham Macmillan.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IDB Lab funds ecosystem-level AI governance infrastructure — not individual startups. Datacendia deploys as open-source sovereign AI governance across LatAm fintech ecosystems: bias detection for AI lending (expanding financial access to underserved segments), climate risk AI governance for green finance (TCFD/TNFD compliance), and gender-disaggregated impact assessment. Multi-stakeholder: partner with central banks, fintechs, and universities across Brazil, Mexico, Colombia.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Innogen Delta 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AgVentures III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fAIr LAC (Responsible AI initiative)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100+ ecosystem projects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AI governance infrastructure deployable across 26 LatAm countries. Three IDB Lab impact challenges in one platform: (1) Financial inclusion — fairness evidence for AI lending prevents discrimination against women and underserved populations, (2) Climate — decision evidence for ESG scoring and green lending models, (3) Gender — bias detection and gender-disaggregated AI audit trails. Sovereign deployment: data stays in-country, supports Spanish and Portuguese, maps to Brazil LGPD and regional AI regulations.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IDB Lab (Inter-American Development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Development Finance /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IDB Lab (Inter-American Development Bank) — 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IDB Lab (Inter-American Development Bank)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