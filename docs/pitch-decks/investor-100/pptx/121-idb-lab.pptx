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IDB LAB (INTER-AMERICAN DEVELOPMENT BANK)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IDB LAB (INTER-AMERICAN DEVELOPMENT BANK)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IDB Lab (Inter-American Development Bank)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Development Finance / Venture · Washington, DC · Early Stage (Equity, Loans, Grants) · IDB Group ($20B+ annual)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IDB LAB (INTER-AMERICAN DEVELOPMENT BANK)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IDB Lab (Inter-American Development Bank)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Innovation arm of the IDB Group. Invests in technology solving development challenges in Latin America and the Caribbean. Active responsible AI initiative for the region. CEO: Graham Macmillan.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IDB Lab has an active responsible AI initiative for Latin America and features "Gender, AI, and Decision-Making" on their homepage. Brazil's AI Act, Mexico's AI strategy, and regional governance frameworks create demand for AI decision evidence infrastructure across 26 LatAm countries.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Innogen Delta 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AgVentures III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100+ portfolio companies across LatAm/Caribbean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IDB Lab invests in tech solving development challenges across 26 LatAm countries. Datacendia provides sovereign AI governance infrastructure — air-gapped deployment, multi-language support (26 languages including Spanish and Portuguese), and compliance mapping for regional AI regulations.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IDB Lab (Inter-American Development Bank)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Sovereign AI governance for Latin American governments and financial institutions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Development Finance / Sovereign AI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IDB Lab (Inter-American Development Bank) — Sovereign AI governance for Latin American governments and financial institutions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IDB Lab (Inter-American Development Bank)</dc:title>
  <dc:subject>PptxGenJS Presentation</dc:subject>
  <dc:creator>Datacendia</dc:creator>
  <cp:lastModifiedBy>Datacendia</cp:lastModifiedBy>
  <cp:revision>1</cp:revision>
  <dcterms:created xsi:type="dcterms:W3CDTF">2026-03-23T18:13:07Z</dcterms:created>
  <dcterms:modified xsi:type="dcterms:W3CDTF">2026-03-23T18:13:07Z</dcterms:modified>
</cp:coreProperties>
</file>