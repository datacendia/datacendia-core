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CREANDUM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CREANDUM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Creandum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 / Berlin / San Francisco · 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CREANDUM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Creandum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Nordic-European early stage. Backs ambitious founders building category leaders. Spotify was their breakout.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Creandum's Nordic roots and fintech wins (Klarna, Trade Republic) position them perfectly for Datacendia's AI governance in financial services under EU AI Act + DORA.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Klarna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Trade Republic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Depop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Creandum backed Klarna and Trade Republic — fintechs now facing AI regulation. DORA + EU AI Act mandate AI governance for every fintech. Datacendia is purpose-built for this.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Creandum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regulated European fintechs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Creandum — AI governance for regulated European fintechs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Creandum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