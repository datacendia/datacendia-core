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ANTHEMIS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ANTHEMIS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Anthemis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ANTHEMIS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Anthemis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transformation. European-based with deep insurance and banking networks. Focus on embedded finance and regtech.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understands European financial regulation deeply. EU AI Act + DORA create immediate demand for AI governance in every European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Railsbank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ComplyAdvantage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(London) specializes in financial services transformation. EU AI Act + DORA mandate AI governance across European finance. Datacendia is purpose-built for this regulatory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Anthemis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financial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Anthemis Group — European financial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Anthemis Group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