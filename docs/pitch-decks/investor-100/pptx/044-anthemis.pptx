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Early-stage ventures shaping the digital economy across fintech, AI, climate, health, and embedded innovation. Especially excited by founders working at the intersections of these systems. Finance as a powerful enabler.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invests at the intersection of fintech, AI, and climate — exactly where Datacendia sits. Every AI-driven lending decision needs fairness evidence (ECOA, CFPB). Every climate risk model needs audit trails (TCFD, TNFD). EU AI Act + DORA make this mandatory across European finance. Datacendia is the accountability layer that makes AI in financial services trustworthy and auditable.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backs founders at the intersection of fintech × AI × climate. Datacendia is that intersection: decision evidence infrastructure proving AI lending is fair, climate risk models are governed, and every AI decision in finance has a cryptographic audit trail. EU AI Act and DORA make this mandatory.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at the fintech × climate × fairness intersection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AI Governance / Climate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AI accountability at the fintech × climate × fairness intersection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