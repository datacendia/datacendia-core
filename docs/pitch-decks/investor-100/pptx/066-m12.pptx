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7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M12 (MICROSOFT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M12 (MICROSOFT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M12 (Microsoft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Series A to C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M12 (MICROSOFT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M12 (Microsoft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Microsoft's venture fund. Strategic investments in AI, security, and enterprise. Portfolio companies integrate with Azure/Microsoft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Microsoft customers deploying Azure AI need governance. Datacendia integrates with Azure and provides the compliance layer Microsoft doesn't build natively.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FreshBooks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Innovium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M12 backs AI/enterprise that extends Azure. As Azure AI scales, enterprise customers need governance — Datacendia provides compliance, audit trails, and accountability for Azure AI deployments.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M12 (Microsoft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layer for Azure enterprise customers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AI / Cloud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M12 (Microsoft Ventures) — AI governance layer for Azure enterprise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M12 (Microsoft Ventures)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