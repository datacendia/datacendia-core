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SALESFORCE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SALESFORCE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Salesforce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Francisco, CA · Seed to Growth · $5B+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SALESFORCE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Salesforce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enterprise cloud ecosystem. Backs companies that extend Salesforce's platform value for enterprise customers.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Salesforce via zero-copy connectors. Enterprise customers can govern AI decisions that touch CRM data without extracting it.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Snowflake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DocuSign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Zoom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nCino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Coupa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Salesforce Ventures backs ecosystem extensions. Datacendia's Salesforce zero-copy integration means AI governance on CRM data without data movement — strategic for Salesforce enterprise customers.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Salesforce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Salesforce ecosystem integration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Ecosystem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Salesforce Ventures — Salesforce ecosystem integration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Salesforce Ventures</dc:title>
  <dc:subject>PptxGenJS Presentation</dc:subject>
  <dc:creator>Datacendia</dc:creator>
  <cp:lastModifiedBy>Datacendia</cp:lastModifiedBy>
  <cp:revision>1</cp:revision>
  <dcterms:created xsi:type="dcterms:W3CDTF">2026-03-17T15:13:07Z</dcterms:created>
  <dcterms:modified xsi:type="dcterms:W3CDTF">2026-03-17T15:13:07Z</dcterms:modified>
</cp:coreProperties>
</file>