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SALESFORCE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SALESFORCE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Salesforce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Seed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SALESFORCE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Salesforce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enterprise cloud ecosystem. Backs companies that extend Salesforce's platform value for enterprise customers.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integrates with Salesforce via zero-copy connectors. Enterprise customers can govern AI decisions that touch CRM data without extracting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nCino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Salesforce Ventures backs ecosystem extensions. Datacendia's Salesforce zero-copy integration means AI governance on CRM data without data movement — strategic for Salesforce enterprise customers.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Salesforce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Salesforce ecosystem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Ecosystem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Salesforce Ventures — Salesforce ecosystem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Salesforce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