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Databricks governs data. Datacendia governs the decisions made with that data. Together they close the AI accountability gap for regulated enterprises.countability,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infrastructure default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AI governance is the next infrastructure default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