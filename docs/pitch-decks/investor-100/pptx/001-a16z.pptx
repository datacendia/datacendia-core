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ANDREESSEN HOROWITZ (A16Z)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ANDREESSEN HOROWITZ (A16Z)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Andreessen Horowitz (a16z)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$35B+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ANDREESSEN HOROWITZ (A16Z)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Andreessen Horowitz (a16z)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a16z's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a16z has backed the data stack (Databricks,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Andreessen Horowitz (a16z)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is the next infrastructure default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Andreessen Horowitz (a16z) — AI governance is the next infrastructure default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2026-03-17T15:13:06Z</dcterms:created>
  <dcterms:modified xsi:type="dcterms:W3CDTF">2026-03-17T15:13:06Z</dcterms:modified>
</cp:coreProperties>
</file>