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ANDREESSEN HOROWITZ (A16Z)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ANDREESSEN HOROWITZ (A16Z)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Andreessen Horowitz (a16z)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$35B+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ANDREESSEN HOROWITZ (A16Z)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Andreessen Horowitz (a16z)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a16z's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Guido Appenzeller recently said "there's a huge opportunity for startups to create these proxies" with scoped access and trust boundaries. That's exactly what Datacendia is — decision infrastructure where AI agents operate within cryptographic trust boundaries, every action is evidence-logged, and enterprises control exactly what each agent can touch.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a16z backed the data stack (Databricks, dbt) and AI infra (Anyscale). Datacendia adds the governance layer: cryptographic proof of what each AI agent can access, what it decided, and why. Scoped trust for AI — not a chatbot.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Andreessen Horowitz (a16z)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Scoped AI agents with cryptographic trust boundaries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Andreessen Horowitz (a16z) — Scoped AI agents with cryptographic trust boundaries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2026-03-23T17:11:48Z</dcterms:created>
  <dcterms:modified xsi:type="dcterms:W3CDTF">2026-03-23T17:11:48Z</dcterms:modified>
</cp:coreProperties>
</file>