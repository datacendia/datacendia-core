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EARLYBIRD VENTURE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EARLYBIRD VENTURE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Earlybird Venture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Berlin / Munich / Istanbul · Seed to Series B · $2B+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EARLYBIRD VENTURE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Earlybird Venture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European deep tech and enterprise. Digital East Fund covers emerging European markets. Strong government and defense connections.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Earlybird's deep tech thesis + European enterprise focus aligns perfectly with Datacendia's multi-agent AI governance — deep tech solving the EU AI Act challenge.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UiPath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N26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Taxfix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Sennder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Earlybird backs European deep tech (UiPath, N26). Datacendia is deep tech: multi-agent deliberation, cryptographic evidence, sovereign deployment — solving EU AI Act for European enterprises.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Earlybird Venture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European deep tech for AI governance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European Deep Tech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Earlybird Venture Capital — European deep tech for AI governance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Earlybird Venture Capital</dc:title>
  <dc:subject>PptxGenJS Presentation</dc:subject>
  <dc:creator>Datacendia</dc:creator>
  <cp:lastModifiedBy>Datacendia</cp:lastModifiedBy>
  <cp:revision>1</cp:revision>
  <dcterms:created xsi:type="dcterms:W3CDTF">2026-03-17T15:48:26Z</dcterms:created>
  <dcterms:modified xsi:type="dcterms:W3CDTF">2026-03-17T15:48:26Z</dcterms:modified>
</cp:coreProperties>
</file>