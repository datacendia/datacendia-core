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NEXT GENERATION INTERNET (NGI)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NEXT GENERATION INTERNET (NGI)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Next Generation Internet (NGI)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EU Program · Brussels, Belgium · Grants (€50K–€200K) · €250M+ (Horizon Europe)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NEXT GENERATION INTERNET (NGI)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Next Generation Internet (NGI)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digital sovereignty and human-centric internet. EU-funded cascade grants for open, trustworthy, and sovereign internet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NGI funds sovereign, open-source internet infrastructure. Datacendia is sovereign AI governance infrastructure — open-source, privacy-preserving, and European-regulation-native.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Mastodon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PeerTube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Nextcloud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Matrix/Element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NGI (EU Horizon Europe) funds sovereign internet infrastructure. Datacendia qualifies: open-source AI governance, sovereign deployment, GDPR/EU AI Act native, zero-copy data architecture.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Next Generation Internet (NGI)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EU-funded sovereign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EU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Next Generation Internet (NGI) — EU-funded sovereign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Next Generation Internet (NGI)</dc:title>
  <dc:subject>PptxGenJS Presentation</dc:subject>
  <dc:creator>Datacendia</dc:creator>
  <cp:lastModifiedBy>Datacendia</cp:lastModifiedBy>
  <cp:revision>1</cp:revision>
  <dcterms:created xsi:type="dcterms:W3CDTF">2026-03-17T15:13:08Z</dcterms:created>
  <dcterms:modified xsi:type="dcterms:W3CDTF">2026-03-17T15:13:08Z</dcterms:modified>
</cp:coreProperties>
</file>