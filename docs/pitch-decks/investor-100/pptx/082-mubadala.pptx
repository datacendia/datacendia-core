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MUBADALA INVESTMENT COMPANY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MUBADALA INVESTMENT COMPANY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Mubadala Investment Company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Wealth Fund · Abu Dhabi, UAE · Growth to Late · $280B+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MUBADALA INVESTMENT COMPANY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Mubadala Investment Company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Abu Dhabi sovereign fund. Major AI investor. Backs technology that strengthens sovereign capabilities.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UAE is investing billions in sovereign AI (G42, Technology Innovation Institute). Datacendia's sovereign deployment enables AI governance without foreign data access.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SoftBank Vision Fund (LP)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GlobalFoundries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AMD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Cologix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Mubadala drives UAE's sovereign AI strategy. Datacendia deploys on-prem and air-gapped — UAE enterprises and government get AI governance without data leaving sovereign territory.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Mubadala Investment Company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Sovereign AI governance for UAE and Gulf states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Sovereign Wealth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Mubadala Investment Company — Sovereign AI governance for UAE and Gulf states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Mubadala Investment Company</dc:title>
  <dc:subject>PptxGenJS Presentation</dc:subject>
  <dc:creator>Datacendia</dc:creator>
  <cp:lastModifiedBy>Datacendia</cp:lastModifiedBy>
  <cp:revision>1</cp:revision>
  <dcterms:created xsi:type="dcterms:W3CDTF">2026-03-23T19:15:34Z</dcterms:created>
  <dcterms:modified xsi:type="dcterms:W3CDTF">2026-03-23T19:15:34Z</dcterms:modified>
</cp:coreProperties>
</file>