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OWL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OWL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Owl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OWL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Owl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education-focused VC. Backs edtech and workforce technology. Focus on AI-driven learning and credentialing.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Education AI is high-risk under EU AI Act (Annex III). AI for grading, admissions, and student assessment needs governance. Datacendia provides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Newsela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Byju's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Degreed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MasterClass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Handshake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 AI Act classifies education AI as high-risk (Annex III). Every edtech company using AI for assessment or admissions needs governance. Datacendia: purpose-built for high-risk AI.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Owl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high-risk education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EdTech / Regulated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Owl Ventures — AI governance for high-risk education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Owl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