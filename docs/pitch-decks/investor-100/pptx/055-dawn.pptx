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DAWN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DAWN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Dawn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London, UK · Series A to B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DAWN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Dawn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European enterprise software specialist. Deepest enterprise B2B bench in Europe. Backs category-defining enterprise companies.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Dawn backed Collibra (data governance, $5.8B valuation). Datacendia is the AI decision governance layer — extending data governance to AI accountability.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Mimecast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iManage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Collibra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Darktrace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Dawn invested in Collibra ($5.8B data governance) and Darktrace (AI security). Datacendia sits at the intersection: AI decision governance with cryptographic security. Next Collibra-scale opportunity.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Dawn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decision governance — the next Collibra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European Enterprise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Dawn Capital — AI decision governance — the next Collibra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Dawn Capital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