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enterprise applications. Dedicated AI fund. Focus on foundational AI infrastructure and vertical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dedicated AI fund targets foundational infrastructure. Datacendia is foundational: the governance layer every enterprise AI deployment requires.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Anthropic (partner)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AI fund targets foundational infrastructure. As Anthropic and others deploy enterprise AI, those enterprises need Datacendia for governance — foundational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Foundational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Menlo Ventures — Foundational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Menlo Ventures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