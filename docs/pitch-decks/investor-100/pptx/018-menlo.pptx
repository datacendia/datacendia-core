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MENLO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MENLO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Menlo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MENLO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Menlo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Menlo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Menlo Ventures invests in venture capital opportunities. Datacendia is the missing governance layer for enterprise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Roku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Poshmark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Typeface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Suki AI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Menlo's AI fund targets foundational infrastructure. As Anthropic and others deploy enterprise AI, those enterprises need Datacendia for governance — foundational layer.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Menlo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Foundational decision evidence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Menlo Ventures — Foundational decision evidence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Menlo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