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SAPPHIRE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SAPPHIRE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Sapphire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Palo Alto, CA · Series A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SAPPHIRE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Sapphire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software with proven traction. SAP heritage gives deep understanding of enterprise buying and deployment.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heritage means they understand enterprise procurement, integration complexity, and compliance requirements. Datacendia integrates with SAP via zero-copy connectors.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Alteryx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LinkedIn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DNA means deep enterprise understanding. Datacendia offers SAP zero-copy integration, enterprise SLAs, and the deployment flexibility (cloud to air-gapped) enterprises demand.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Sapphire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Enterprise-native with SAP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Sapphire Ventures — Enterprise-native with SAP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Sapphire Ventures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