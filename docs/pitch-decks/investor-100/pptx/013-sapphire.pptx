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SAPPHIRE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SAPPHIRE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Sapphire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Palo Alto, CA · Series A to Growth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SAPPHIRE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Sapphire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software with proven traction. SAP heritage gives deep understanding of enterprise buying and deployment.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Sapphire's SAP heritage means they understand enterprise procurement, integration complexity, and compliance requirements. Datacendia integrates with SAP via zero-copy connectors.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Alteryx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LinkedIn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Square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Sapphire's SAP DNA means deep enterprise understanding. Datacendia offers SAP zero-copy integration, enterprise SLAs, and the deployment flexibility (cloud to air-gapped) enterprises demand.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Sapphire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Enterprise-native with SAP integration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Sapphire Ventures — Enterprise-native with SAP integration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Sapphire Ventures</dc:title>
  <dc:subject>PptxGenJS Presentation</dc:subject>
  <dc:creator>Datacendia</dc:creator>
  <cp:lastModifiedBy>Datacendia</cp:lastModifiedBy>
  <cp:revision>1</cp:revision>
  <dcterms:created xsi:type="dcterms:W3CDTF">2026-03-17T14:30:02Z</dcterms:created>
  <dcterms:modified xsi:type="dcterms:W3CDTF">2026-03-17T14:30:02Z</dcterms:modified>
</cp:coreProperties>
</file>