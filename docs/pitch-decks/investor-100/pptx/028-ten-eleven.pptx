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TEN ELEVEN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TEN ELEVEN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Ten Eleven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TEN ELEVEN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Ten Eleven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Cybersecurity-only fund. Largest dedicated cyber fund. Thesis: security must evolve with every new technology wave.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Every new tech wave (cloud → Twistlock, email → Abnormal) needs security. The AI wave needs Datacendia: governance, accountability, and cryptographic audit trails.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Twistlock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Verodin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KnowBe4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Abnormal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Ten Eleven: security follows every tech wave. Cloud needed Twistlock, email needed Abnormal. AI needs Datacendia — cryptographic governance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Ten Eleven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 for the AI wave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Ten Eleven Ventures — Security for the AI wave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Ten Eleven Ventures</dc:title>
  <dc:subject>PptxGenJS Presentation</dc:subject>
  <dc:creator>Datacendia</dc:creator>
  <cp:lastModifiedBy>Datacendia</cp:lastModifiedBy>
  <cp:revision>1</cp:revision>
  <dcterms:created xsi:type="dcterms:W3CDTF">2026-03-23T19:15:33Z</dcterms:created>
  <dcterms:modified xsi:type="dcterms:W3CDTF">2026-03-23T19:15:33Z</dcterms:modified>
</cp:coreProperties>
</file>