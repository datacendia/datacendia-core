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BREAKTHROUGH ENERGY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BREAKTHROUGH ENERGY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Breakthrough Energy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Kirkland, WA · Seed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BREAKTHROUGH ENERGY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Breakthrough Energy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Bill Gates-led fund. Climate and energy technology. Backs companies that can eliminate 500M+ tons of CO2 equivalent.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Energy companies deploying AI for grid optimization need governance. Datacendia's carbon-aware compute + sovereign deployment serves BEV portfolio companies.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QuantumScape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Commonwealth Fusion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Form Energy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Koloma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BEV portfolio companies use AI for energy optimization. Those AI systems need governance under EU AI Act (critical infrastructure = high-risk). Datacendia: carbon-aware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Breakthrough Energy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climate-critical energy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Climate / Energy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Breakthrough Energy Ventures — AI governance for climate-critical energy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Breakthrough Energy Ventures</dc:title>
  <dc:subject>PptxGenJS Presentation</dc:subject>
  <dc:creator>Datacendia</dc:creator>
  <cp:lastModifiedBy>Datacendia</cp:lastModifiedBy>
  <cp:revision>1</cp:revision>
  <dcterms:created xsi:type="dcterms:W3CDTF">2026-03-23T19:15:34Z</dcterms:created>
  <dcterms:modified xsi:type="dcterms:W3CDTF">2026-03-23T19:15:34Z</dcterms:modified>
</cp:coreProperties>
</file>