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BREAKTHROUGH ENERGY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BREAKTHROUGH ENERGY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Breakthrough Energy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Kirkland, WA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BREAKTHROUGH ENERGY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Breakthrough Energy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Bill Gates-led fund. Climate and energy technology. Backs companies that can eliminate 500M+ tons of CO2 equivalent.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Energy companies deploying AI for grid optimization need governance. Datacendia's carbon-aware compute + sovereign deployment serves BEV portfolio companies.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QuantumScape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Commonwealth Fusion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Form Energy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Koloma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BEV portfolio companies use AI for energy optimization. Those AI systems need governance under EU AI Act (critical infrastructure = high-risk). Datacendia: carbon-aware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14-carbon-aw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Breakthrough Energy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climate-critical energy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Climate / Energy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Breakthrough Energy Ventures — AI governance for climate-critical energy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Breakthrough Energy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