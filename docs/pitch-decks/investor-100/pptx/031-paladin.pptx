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PALADIN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PALADIN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Paladin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Washington, DC · Series A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PALADIN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Paladin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and dual-use technology. Strong government and defense connections. DC-based with policy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Paladin's DC presence, defense connections, and dual-use thesis perfectly match Datacendia's government + commercial strategy with sovereign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Telos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Virtru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Finite State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Enveil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Paladin bridges defense and commercial cybersecurity from DC. Datacendia is dual-use: commercial AI governance with defense-grade sovereign deployment — air-gapped, TPM-attested.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Paladin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Dual-use AI governance: commercial + defense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Paladin Capital Group — Dual-use AI governance: commercial + defense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Paladin Capital Group</dc:title>
  <dc:subject>PptxGenJS Presentation</dc:subject>
  <dc:creator>Datacendia</dc:creator>
  <cp:lastModifiedBy>Datacendia</cp:lastModifiedBy>
  <cp:revision>1</cp:revision>
  <dcterms:created xsi:type="dcterms:W3CDTF">2026-03-23T17:11:49Z</dcterms:created>
  <dcterms:modified xsi:type="dcterms:W3CDTF">2026-03-23T17:11:49Z</dcterms:modified>
</cp:coreProperties>
</file>