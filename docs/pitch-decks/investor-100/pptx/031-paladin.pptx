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dual-use technology. Strong government and defense connections. DC-based with policy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Paladin's DC presence, defense connections, and dual-use thesis perfectly match Datacendia's government + commercial strategy with sovereign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Finite State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bridges defense and commercial cybersecurity from DC. Datacendia is dual-use: commercial AI governance with defense-grade sovereign deployment — air-gapped, TPM-attested.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Dual-use AI governance: commercial + defense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Paladin Capital Group — Dual-use AI governance: commercial + defense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Paladin Capital Group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