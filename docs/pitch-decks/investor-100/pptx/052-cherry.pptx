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CHERRY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CHERRY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Cherry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Berlin, Germany · Pre-Seed to Series A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CHERRY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Cherry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early-stage. Strong operator network. Backs European founders building global B2B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Cherry's Berlin base puts them at the center of European AI regulation. German enterprises lead EU AI Act adoption — Datacendia serves them first.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Flixbus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Auto1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Taxfix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Forto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Cherry (Berlin) backs European B2B breakouts. German enterprises are first movers on EU AI Act compliance. Datacendia: sovereign deployment, German data residency, EU-first governance.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Cherry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German-first EU AI Act compliance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European B2B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Cherry Ventures — German-first EU AI Act compliance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Cherry Ventures</dc:title>
  <dc:subject>PptxGenJS Presentation</dc:subject>
  <dc:creator>Datacendia</dc:creator>
  <cp:lastModifiedBy>Datacendia</cp:lastModifiedBy>
  <cp:revision>1</cp:revision>
  <dcterms:created xsi:type="dcterms:W3CDTF">2026-03-23T17:11:49Z</dcterms:created>
  <dcterms:modified xsi:type="dcterms:W3CDTF">2026-03-23T17:11:49Z</dcterms:modified>
</cp:coreProperties>
</file>