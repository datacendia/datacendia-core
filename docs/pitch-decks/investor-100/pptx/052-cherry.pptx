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CHERRY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CHERRY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Cherry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Pre-Seed to Series 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CHERRY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Cherry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early-stage. Strong operator network. Backs European founders building global B2B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Cherry's Berlin base puts them at the center of European AI regulation. German enterprises lead EU AI Act adoption — Datacendia serves them first.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Flixbus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Auto1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Taxfix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Forto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Cherry (Berlin) backs European B2B breakouts. German enterprises are first movers on EU AI Act compliance. Datacendia: sovereign deployment, German data residency, EU-first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Cherry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German-first EU AI Act compliance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B2B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Cherry Ventures — German-first EU AI Act compliance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Cherry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