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LOCKHEED MARTIN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LOCKHEED MARTIN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Lockheed Martin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Bethesda, MD · Series A to C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LOCKHEED MARTIN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Lockheed Martin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in defense technology, AI, cybersecurity, and space. Backs dual-use technology with defense applications.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Lockheed's defense programs use AI for mission planning, logistics, and intelligence. Every AI decision needs governance with air-gapped, ITAR-compliant deployment.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Terran Orbital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Saildrone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Cognitive 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Dedrone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Lockheed Martin programs use AI at scale. Datacendia provides ITAR-compliant, air-gapped AI governance with TPM attestation — purpose-built for defense program requirements.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Lockheed Martin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ITAR-compliant AI governance for defense programs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Lockheed Martin Ventures — ITAR-compliant AI governance for defense programs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Lockheed Martin Ventures</dc:title>
  <dc:subject>PptxGenJS Presentation</dc:subject>
  <dc:creator>Datacendia</dc:creator>
  <cp:lastModifiedBy>Datacendia</cp:lastModifiedBy>
  <cp:revision>1</cp:revision>
  <dcterms:created xsi:type="dcterms:W3CDTF">2026-03-23T17:11:50Z</dcterms:created>
  <dcterms:modified xsi:type="dcterms:W3CDTF">2026-03-23T17:11:50Z</dcterms:modified>
</cp:coreProperties>
</file>