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NIGHTDRAGON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NIGHTDRAGON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NightDragon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Scottsdale, AZ ·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NIGHTDRAGON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NightDragon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privacy with government connections. Dave DeWalt (former CEO of FireEye/McAfee) as managing director.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NightDragon's government + security focus aligns with Datacendia's air-gapped, sovereign deployment for defense and regulated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Cybereason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SafeBreach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NightDragon (Dave DeWalt) bridges cybersecurity and government. Datacendia deploys air-gapped with TPM attestation — defense-grade AI governance with government-ready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NightDragon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Government-grade AI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NightDragon — Government-grade AI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NightDragon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