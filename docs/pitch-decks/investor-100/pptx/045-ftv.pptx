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FTV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FTV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FTV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FTV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FTV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technology for financial services. Leverages 500+ senior executive network for deal flow and portfolio support.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FTV's 500+ financial services executive network is a direct sales channel for Datacendia. Every executive in their network faces AI governance requirements.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Payoneer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Pagaya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Featurespace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EquityZen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FTV's 500+ financial services executive network is Datacendia's TAM. Every executive faces AI governance mandates (DORA, EU AI Act). FTV's network = Datacendia's enterprise pipeline.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FTV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Executive network as enterprise sales pipeline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Financial Services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FTV Capital — Executive network as enterprise sales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FTV Capital</dc:title>
  <dc:subject>PptxGenJS Presentation</dc:subject>
  <dc:creator>Datacendia</dc:creator>
  <cp:lastModifiedBy>Datacendia</cp:lastModifiedBy>
  <cp:revision>1</cp:revision>
  <dcterms:created xsi:type="dcterms:W3CDTF">2026-03-23T17:48:49Z</dcterms:created>
  <dcterms:modified xsi:type="dcterms:W3CDTF">2026-03-23T17:48:49Z</dcterms:modified>
</cp:coreProperties>
</file>