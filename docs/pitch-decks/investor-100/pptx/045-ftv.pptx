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FTV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FTV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FTV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FTV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FTV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for financial services. Leverages 500+ senior executive network for deal flow and portfolio support.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a direct sales channel for Datacendia. Every executive in their network faces AI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Payoneer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Pagaya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Featurespace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EquityZen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Datacendia's TAM. Every executive faces AI governance mandates (DORA, EU AI Act). FTV's network = Datacendia's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FTV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Executive network as enterprise sales pipeline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FTV Capital — Executive network as enterprise sales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FTV Capital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