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REDPOINT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REDPOINT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Redpoint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REDPOINT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Redpoint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Infrastructure and application layers. Strong in data platforms and developer tools. Global with active China fund.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Redpoint's infrastructure wins (Snowflake, HashiCorp, Twilio) show they understand platform layers that become essential. AI governance is the next essential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HashiCorp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Netflix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Redpoint backed Snowflake, HashiCorp, and Twilio — foundational infrastructure layers. Datacendia is the AI governance layer: cryptographic proof of every AI decision, deployed anywhere.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Redpoint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next foundational infrastructure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Redpoint Ventures — The next foundational infrastructure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Redpoint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