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REDPOINT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REDPOINT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Redpoint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Growth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REDPOINT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Redpoint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Infrastructure and application layers. Strong in data platforms and developer tools. Global with active China fund.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Redpoint's infrastructure wins (Snowflake, HashiCorp, Twilio) show they understand platform layers that become essential. AI governance is the next essential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Twilio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Netflix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Redpoint backed Snowflake, HashiCorp, and Twilio — foundational infrastructure layers. Datacendia is the AI governance layer: cryptographic proof of every AI decision, deployed anywhere.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Redpoint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The next foundational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Redpoint Ventures — The next foundational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Redpoint Ventures</dc:title>
  <dc:subject>PptxGenJS Presentation</dc:subject>
  <dc:creator>Datacendia</dc:creator>
  <cp:lastModifiedBy>Datacendia</cp:lastModifiedBy>
  <cp:revision>1</cp:revision>
  <dcterms:created xsi:type="dcterms:W3CDTF">2026-03-23T17:48:49Z</dcterms:created>
  <dcterms:modified xsi:type="dcterms:W3CDTF">2026-03-23T17:48:49Z</dcterms:modified>
</cp:coreProperties>
</file>