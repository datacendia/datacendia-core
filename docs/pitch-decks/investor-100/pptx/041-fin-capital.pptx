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FIN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FIN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Fin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Series 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FIN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Fin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infrastructure and enterprise fintech. Backs the picks-and-shovels of financial services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Fin Capital backs financial infrastructure. Datacendia is decision evidence infrastructure for financial services — the picks-and-shovels for AI compliance.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Cross River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Modern Treasury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Ramp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Canoe Intelligence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Fin Capital invests in financial infrastructure (Plaid, Modern Treasury). Datacendia is decision evidence infrastructure for finance — cryptographic decision evidence for every regulated AI action.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Fin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infrastructure for finance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Financial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Fin Capital — decision evidence infrastructure for finance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Fin Capital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