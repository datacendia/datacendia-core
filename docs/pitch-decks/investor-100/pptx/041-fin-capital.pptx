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Financial infrastructure and enterprise fintech. Backs the picks-and-shovels of financial services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Fin Capital backs financial infrastructure. Datacendia is AI governance infrastructure for financial services — the picks-and-shovels for AI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Cross River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Modern Treasury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Canoe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Fin Capital invests in financial infrastructure (Plaid, Modern Treasury). Datacendia is AI governance infrastructure for finance — cryptographic decision evidence for every regulated AI action.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for finance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Financial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Fin Capital — AI governance infrastructure for finance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Fin Capital</dc:title>
  <dc:subject>PptxGenJS Presentation</dc:subject>
  <dc:creator>Datacendia</dc:creator>
  <cp:lastModifiedBy>Datacendia</cp:lastModifiedBy>
  <cp:revision>1</cp:revision>
  <dcterms:created xsi:type="dcterms:W3CDTF">2026-03-24T10:57:14Z</dcterms:created>
  <dcterms:modified xsi:type="dcterms:W3CDTF">2026-03-24T10:57:14Z</dcterms:modified>
</cp:coreProperties>
</file>