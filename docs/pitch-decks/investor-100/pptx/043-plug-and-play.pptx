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TECH CENTER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TECH CENTER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Tech Center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/ VC · Sunnyvale, CA · Seed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TECH CENTER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Tech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innovation platform. Connects startups with 500+ corporate partners across fintech, insurtech, and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Play's 500+ corporate partners need AI governance. Datacendia can access the entire corporate partner network for enterprise pilots and design partnerships.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PayPal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Honey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LendingClub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 connects startups with 500+ corporate partners. Datacendia's $50K pilot model is perfect for enterprise partner introductions — AI governance for every corporate partner.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Tech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Corporate partner network for enterprise pilots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Accelerator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Plug and Play Tech Center — Corporate partner network for enterprise pilots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Plug and Play Tech Center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