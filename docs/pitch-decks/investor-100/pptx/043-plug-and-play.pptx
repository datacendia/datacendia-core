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7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6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6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PLUG AND PLAY TECH CENTER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PLUG AND PLAY TECH CENTER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Plug and Play Tech Center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Accelerator / VC · Sunnyvale, CA · Seed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3" name="Picture 12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PLUG AND PLAY TECH CENTER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Plug and Play Tech Center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Global innovation platform. Connects startups with 500+ corporate partners across fintech, insurtech, and enterprise.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Plug and Play's 500+ corporate partners need AI governance. Datacendia can access the entire corporate partner network for enterprise pilots and design partnerships.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Dropbox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PayPal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Honey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LendingClub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Plug and Play connects startups with 500+ corporate partners. Datacendia's $50K pilot model is perfect for enterprise partner introductions — AI governance for every corporate partner.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Plug and Play Tech Center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Corporate partner network for enterprise pilots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Accelerator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Plug and Play Tech Center — Corporate partner network for enterprise pilots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Plug and Play Tech Center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