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Community  Free (Apache 2.0, open-source)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