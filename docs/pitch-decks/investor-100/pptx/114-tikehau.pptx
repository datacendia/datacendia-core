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TIKEHAU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TIKEHAU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Tikehau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TIKEHAU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Tikehau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sovereignty, cybersecurity, and defense. Dedicated cybersecurity fund (Brienne III). Deep European enterprise and government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Tikehau's Brienne cybersecurity fund backs European sovereign security. Datacendia's cryptographic AI governance with sovereign deployment extends their cybersecurity thesis to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CybelAngel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Tehtris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Yagaan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HarfangLab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 (€40B+) has a dedicated European cybersecurity fund (Brienne). Datacendia extends cybersecurity to AI decisions: cryptographic evidence, sovereign deployment, EU-regulation-native.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Tikehau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sovereign AI security — extending Brienne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Tikehau Capital — European sovereign AI security — extending Brienne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Tikehau Capital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