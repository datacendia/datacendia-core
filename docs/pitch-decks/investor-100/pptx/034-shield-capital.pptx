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former NSA Director (Raj Shah).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HawkEye 360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NSA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