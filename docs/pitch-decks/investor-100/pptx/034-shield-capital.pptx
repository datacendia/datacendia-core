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SHIELD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SHIELD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Shield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Washington, DC · Seed to Series A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SHIELD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Shield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National security technology. Founded by Raj Shah (former head of Defense Innovation Unit). Backs dual-use defense startups.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Shield Capital understands that defense AI needs governance. Datacendia provides cryptographic accountability for AI decisions in classified environments.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Primer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SpiderOak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Rebellion Defense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Second Front Systems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Shield Capital (former DIU leadership) backs defense AI. Datacendia provides what defense AI is missing: cryptographic governance with air-gapped deployment and hardware-rooted trust.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Shield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Cryptographic AI governance for national security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Defense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Shield Capital — Cryptographic AI governance for national security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Shield Capital</dc:title>
  <dc:subject>PptxGenJS Presentation</dc:subject>
  <dc:creator>Datacendia</dc:creator>
  <cp:lastModifiedBy>Datacendia</cp:lastModifiedBy>
  <cp:revision>1</cp:revision>
  <dcterms:created xsi:type="dcterms:W3CDTF">2026-03-24T13:21:50Z</dcterms:created>
  <dcterms:modified xsi:type="dcterms:W3CDTF">2026-03-24T13:21:50Z</dcterms:modified>
</cp:coreProperties>
</file>