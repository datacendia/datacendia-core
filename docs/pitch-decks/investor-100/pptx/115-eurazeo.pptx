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EURAZEO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EURAZEO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Eurazeo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Series A to Growth · €35B+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EURAZEO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Eurazeo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 sovereignty and responsible enterprise growth. Strong ESG commitment. Backs European companies scaling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backs European enterprise SaaS with ESG commitment. Datacendia is European-ready AI governance with carbon-aware compute — ESG-aligned sovereign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Contentsquare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PayFit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(€35B+) combines European sovereignty with ESG commitment. Datacendia: sovereign AI governance with carbon-aware compute scheduling — responsible, European, enterprise-grade.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Eurazeo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ESG-aligned sovereign AI governance for Europe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Eurazeo — ESG-aligned sovereign AI governance for Europe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Eurazeo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