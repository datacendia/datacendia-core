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BATTERY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BATTERY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Battery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Boston, MA · Seed to Growth · $13B+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BATTERY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Battery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Enterprise technology and open-source software. Track record of backing developer-first platforms that become enterprise standards.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Battery understands open-source to enterprise conversion. Datacendia's Apache 2.0 community edition builds developer trust → enterprise sales pipeline.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Confluent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Marketo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Sprinklr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Wayfair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Groupon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Battery backed Confluent from open-source to IPO. Datacendia's Apache 2.0 core builds community trust, developer adoption, and enterprise pipeline — same playbook.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Battery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Open-source developer adoption → enterprise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Open Source / Enterprise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nvidia-inception-program-badge-rgb-for-sc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4023360"/>
            <a:ext cx="164592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Battery Ventures — Open-source developer adoption → enterprise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Battery Ventures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