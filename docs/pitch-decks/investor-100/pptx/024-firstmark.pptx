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FIRSTMARK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FIRSTMARK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FirstMark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FIRSTMARK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FirstMark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Data-centric thesis. Backs platforms at the intersection of data, AI, and enterprise. Deep NYC enterprise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FirstMark's data-centric thesis aligns with Datacendia: governance for AI decisions built on cryptographic data integrity — the trust layer for enterprise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DraftKings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Riot Games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Pinterest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FirstMark invests at the data/AI intersection with deep enterprise networks. Datacendia is the AI governance data layer — cryptographic decision evidence for every enterprise.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FirstMark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Data-centric AI governance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Data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FirstMark Capital — Data-centric AI governance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FirstMark Capital</dc:title>
  <dc:subject>PptxGenJS Presentation</dc:subject>
  <dc:creator>Datacendia</dc:creator>
  <cp:lastModifiedBy>Datacendia</cp:lastModifiedBy>
  <cp:revision>1</cp:revision>
  <dcterms:created xsi:type="dcterms:W3CDTF">2026-03-23T19:15:33Z</dcterms:created>
  <dcterms:modified xsi:type="dcterms:W3CDTF">2026-03-23T19:15:33Z</dcterms:modified>
</cp:coreProperties>
</file>