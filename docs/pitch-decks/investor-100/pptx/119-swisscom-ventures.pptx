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 digital sovereignty and enterprise technology. Swisscom is Switzerland's national telco. Backs companies serving Swiss enterprise and government.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enterprise. They need sovereign AI governance that keeps data in Switzerland. Datacendia deploys on-prem with Swiss data residency.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Scandit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Beekeeper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Apiax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banking. Swiss enterprises demand sovereign AI: data stays in Switzerland, governance is auditable, deployment is on-prem. Datacendia delivers all three.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Swiss enterprise and government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— Sovereign AI governance for Swiss enterprise and government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Swisscom Ventures</dc:title>
  <dc:subject>PptxGenJS Presentation</dc:subject>
  <dc:creator>Datacendia</dc:creator>
  <cp:lastModifiedBy>Datacendia</cp:lastModifiedBy>
  <cp:revision>1</cp:revision>
  <dcterms:created xsi:type="dcterms:W3CDTF">2026-03-17T15:13:09Z</dcterms:created>
  <dcterms:modified xsi:type="dcterms:W3CDTF">2026-03-17T15:13:09Z</dcterms:modified>
</cp:coreProperties>
</file>