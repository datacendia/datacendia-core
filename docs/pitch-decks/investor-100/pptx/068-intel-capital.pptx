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INTEL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INTEL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Intel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INTEL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Intel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AI, security, cloud. Intel's investment arm backs companies that drive compute demand and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that drives compute adoption. Datacendia's multi-agent deliberation requires significant compute — every enterprise deployment means more Intel hardware.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driving compute demand. Datacendia's multi-agent deliberation engine requires enterprise-grade compute — every deployment = more Intel processors.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Intel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that drives enterprise compute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Intel Capital — AI governance that drives enterprise compute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Intel Capital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