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IVP (INSTITUTIONAL VENTURE PARTNERS)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IVP (INSTITUTIONAL VENTURE PARTNERS)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IVP (Institutional Venture Partners)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Menlo Park, CA · Series B to Growth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IVP (INSTITUTIONAL VENTURE PARTNERS)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IVP (Institutional Venture Partners)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Growth-stage enterprise and consumer technology. Backs proven companies scaling from $10M to $100M+ ARR.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IVP backs enterprise infrastructure at the growth inflection (Datadog, CrowdStrike). AI governance is approaching that same inflection as regulations take effect.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Slack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Datadog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CrowdStrike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GitHub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Dropbox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IVP invested at the growth inflection of Datadog, CrowdStrike, and Slack. AI governance is approaching the same inflection — regulations create the forcing function. Datacendia is ready.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IVP (Institutional Venture Partners)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Growth-stage AI governance at regulatory inflection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Growth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IVP (Institutional Venture Partners) — Growth-stage AI governance at regulatory inflection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IVP (Institutional Venture Partners)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