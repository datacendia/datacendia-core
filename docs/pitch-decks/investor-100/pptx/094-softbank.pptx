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SOFTBANK VISION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SOFTBANK VISION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SoftBank Vision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Fund · London / Tokyo · Growth to Late · $100B+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SOFTBANK VISION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SoftBank Vision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AI-centric investment thesis. Backs companies that will define the AI economy. Massive check sizes for scaling.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SoftBank's AI thesis: every company becomes an AI company. When every company uses AI, every company needs governance. Datacendia scales with the AI economy SoftBank envisions.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ARM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Coupang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DoorDash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WeWork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SoftBank envisions every company as an AI company. When that happens, every company needs AI governance. Datacendia is the governance infrastructure for SoftBank's AI economy thesis.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SoftBank Vision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Governance infrastructure for the AI economy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/ Global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SoftBank Vision Fund — Governance infrastructure for the AI economy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SoftBank Vision Fund</dc:title>
  <dc:subject>PptxGenJS Presentation</dc:subject>
  <dc:creator>Datacendia</dc:creator>
  <cp:lastModifiedBy>Datacendia</cp:lastModifiedBy>
  <cp:revision>1</cp:revision>
  <dcterms:created xsi:type="dcterms:W3CDTF">2026-03-24T10:57:15Z</dcterms:created>
  <dcterms:modified xsi:type="dcterms:W3CDTF">2026-03-24T10:57:15Z</dcterms:modified>
</cp:coreProperties>
</file>