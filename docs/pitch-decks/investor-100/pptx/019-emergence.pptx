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EMERGENCE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EMERGENCE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Emergence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Mateo, CA · Series A to B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EMERGENCE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Emergence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SaaS specialist. Coined "coaching networks." Backs B2B platforms that help people work smarter.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Emergence's "coaching network" thesis fits Datacendia perfectly: multi-agent AI coaches organizations to make better decisions with structured deliberation.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Salesforce (early)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Bill.com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SuccessFactors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Emergence coined "coaching networks" — AI that helps people work smarter. Datacendia's multi-agent council is the ultimate coaching network: specialized AI agents that deliberate, dissent, and advise.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Emergence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Multi-agent AI as the ultimate coaching network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Emergence Capital — Multi-agent AI as the ultimate coaching network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Emergence Capital</dc:title>
  <dc:subject>PptxGenJS Presentation</dc:subject>
  <dc:creator>Datacendia</dc:creator>
  <cp:lastModifiedBy>Datacendia</cp:lastModifiedBy>
  <cp:revision>1</cp:revision>
  <dcterms:created xsi:type="dcterms:W3CDTF">2026-03-23T16:41:44Z</dcterms:created>
  <dcterms:modified xsi:type="dcterms:W3CDTF">2026-03-23T16:41:44Z</dcterms:modified>
</cp:coreProperties>
</file>