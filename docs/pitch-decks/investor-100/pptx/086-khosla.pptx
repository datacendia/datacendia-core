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KHOSLA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KHOSLA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Khosla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KHOSLA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Khosla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Vinod Khosla's fund. Contrarian bets on transformative technology. Strong AI and deep tech thesis with willingness to fund ambitious founders.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Khosla backed OpenAI — the company that triggered the AI governance wave. As AI scales, governance becomes critical infrastructure. Datacendia is that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Impossible Foods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DoorDash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Square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Khosla backed OpenAI. The AI revolution they funded now requires governance. Datacendia is the accountability layer for the AI era Khosla helped create.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Khosla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infrastructure for the AI era Khosla funded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Khosla Ventures — Governance infrastructure for the AI era Khosla funded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Khosla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