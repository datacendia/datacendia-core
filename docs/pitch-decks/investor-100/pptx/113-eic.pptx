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EUROPEAN INNOVATION COUNCIL (EIC)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EUROPEAN INNOVATION COUNCIL (EIC)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European Innovation Council (EIC)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Crisis Immunization Infrastructure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EU Program · Brussels, Belgium · Seed to Growth (€0.5M–€15M) · €10B+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EUROPEAN INNOVATION COUNCIL (EIC)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European Innovation Council (EIC)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European deep tech and strategic technology. The EU's flagship innovation program. Combines grants with equity investment for breakthrough companies.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funds European strategic technology with equity + grants. Datacendia is strategic: AI governance infrastructure that gives Europe regulatory enforcement tools for the EU AI Act.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Pasqal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IQM (quantum)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Swegreen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Heliogen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EIC backs European strategic deep tech (€0.5M–€15M equity + grant). Datacendia is strategic infrastructure: the EU passed the AI Act but needs enforcement tools. Datacendia is that tool.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Accountability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systems make high-stakes decisions with no audit trail, no evidence, and no dissent tracking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existing platform provides cryptographic proof of AI-assisted decisions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Platforms w/ crypto AI evidence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European Innovation Council (EIC)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Enforcement infrastructure for the EU AI Act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Digital Sovereignty / EU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90-Day Guarantee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Deploy Datacendia for 90 days on a single strategic problem. If the Council doesn't identify at least 3 critical risks you missed, we refund the pilot fee.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and co-marketing opportunities.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NVIDIA Inception member. Live production platform at app.datacendia.com. Open-core Apache 2.0 foundation.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enterprise pilots, SOC 2 Type II certification, EU AI Act regulatory validation.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Personalized for European Innovation Council (EIC) — Enforcement infrastructure for the EU AI Act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European Innovation Council (EIC)</dc:title>
  <dc:subject>PptxGenJS Presentation</dc:subject>
  <dc:creator>Datacendia</dc:creator>
  <cp:lastModifiedBy>Datacendia</cp:lastModifiedBy>
  <cp:revision>1</cp:revision>
  <dcterms:created xsi:type="dcterms:W3CDTF">2026-03-23T18:13:07Z</dcterms:created>
  <dcterms:modified xsi:type="dcterms:W3CDTF">2026-03-23T18:13:07Z</dcterms:modified>
</cp:coreProperties>
</file>