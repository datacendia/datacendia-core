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EUROPEAN INNOVATION COUNCIL (EIC)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EUROPEAN INNOVATION COUNCIL (EIC)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European Innovation Council (EIC)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EU Program · Brussels, Belgium · Seed to Growth (€0.5M–€15M) · €10B+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EUROPEAN INNOVATION COUNCIL (EIC)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European Innovation Council (EIC)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deep tech and strategic technology. The EU's flagship innovation program. Combines grants with equity investment for breakthrough companies.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EIC funds European strategic technology with equity + grants. Datacendia is strategic: AI governance infrastructure that gives Europe regulatory enforcement tools for the EU AI Act.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Pasqal (quantum)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IQM (quantum)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Swegreen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Heliogen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EIC backs European strategic deep tech (€0.5M–€15M equity + grant). Datacendia is strategic infrastructure: the EU passed the AI Act but needs enforcement tools. Datacendia is that tool.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European Innovation Council (EIC)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Enforcement infrastructure for the EU AI Act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Digital Sovereignty / EU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European Innovation Council (EIC) — Enforcement infrastructure for the EU AI Act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European Innovation Council (EIC)</dc:title>
  <dc:subject>PptxGenJS Presentation</dc:subject>
  <dc:creator>Datacendia</dc:creator>
  <cp:lastModifiedBy>Datacendia</cp:lastModifiedBy>
  <cp:revision>1</cp:revision>
  <dcterms:created xsi:type="dcterms:W3CDTF">2026-03-23T19:15:35Z</dcterms:created>
  <dcterms:modified xsi:type="dcterms:W3CDTF">2026-03-23T19:15:35Z</dcterms:modified>
</cp:coreProperties>
</file>