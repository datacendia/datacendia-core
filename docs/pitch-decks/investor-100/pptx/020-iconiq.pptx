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ICONIQ GROWTH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ICONIQ GROWTH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ICONIQ Growth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Series B to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ICONIQ GROWTH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ICONIQ Growth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data infrastructure. Backs proven-traction companies scaling to enterprise dominance.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backs data infrastructure that becomes enterprise-critical (Snowflake, Datadog, GitLab). Datacendia is next: the governance layer for AI-driven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Procore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backed Snowflake, Datadog, and GitLab — infrastructure that enterprises cannot live without. Datacendia is the AI governance layer that becomes equally indispensable.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ICONIQ Growth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Indispensable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ICONIQ Growth — Indispensable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ICONIQ Growth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