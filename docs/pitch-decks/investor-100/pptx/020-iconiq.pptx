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ICONIQ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ICONIQ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ICONIQ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Series B to Growth · $14B+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ICONIQ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ICONIQ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data infrastructure. Backs proven-traction companies scaling to enterprise dominance.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ICONIQ backs data infrastructure that becomes enterprise-critical (Snowflake, Datadog, GitLab). Datacendia is next: the governance layer for AI-driven enterprises.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Procore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ICONIQ backed Snowflake, Datadog, and GitLab — infrastructure that enterprises cannot live without. Datacendia is the AI governance layer that becomes equally indispensable.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ICONIQ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Indispensable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ICONIQ Growth — Indispensable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ICONIQ Growth</dc:title>
  <dc:subject>PptxGenJS Presentation</dc:subject>
  <dc:creator>Datacendia</dc:creator>
  <cp:lastModifiedBy>Datacendia</cp:lastModifiedBy>
  <cp:revision>1</cp:revision>
  <dcterms:created xsi:type="dcterms:W3CDTF">2026-03-23T19:15:33Z</dcterms:created>
  <dcterms:modified xsi:type="dcterms:W3CDTF">2026-03-23T19:15:33Z</dcterms:modified>
</cp:coreProperties>
</file>