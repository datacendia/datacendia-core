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ICONIQ GROWTH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ICONIQ GROWTH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ICONIQ Growth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Sovereign AI Decision Evidence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Growth Equity · San Francisco, CA · Series B to Growth · $14B+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ICONIQ GROWTH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ICONIQ Growth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Enterprise technology and data infrastructure. Backs proven-traction companies scaling to enterprise dominance.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ICONIQ backs data infrastructure that becomes enterprise-critical (Snowflake, Datadog, GitLab). Datacendia is next: the governance layer for AI-driven enterprises.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Snowflake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Datadog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Procore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GitLab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Adyen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ICONIQ backed Snowflake, Datadog, and GitLab — infrastructure that enterprises cannot live without. Datacendia is the AI governance layer that becomes equally indispensable.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(in effect since Jan 2025) requires AI operational resilience for all financial services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ICONIQ Growth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Indispensable AI governance infrastructure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Enterprise Infrastructure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and co-marketing opportunities.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NVIDIA Inception member. Live production platform at app.datacendia.com. Open-core Apache 2.0 foundation.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enterprise pilots, SOC 2 Type II certification, EU AI Act regulatory validation.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ICONIQ Growth — Indispensable AI governance infrastructure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ICONIQ Growth</dc:title>
  <dc:subject>PptxGenJS Presentation</dc:subject>
  <dc:creator>Datacendia</dc:creator>
  <cp:lastModifiedBy>Datacendia</cp:lastModifiedBy>
  <cp:revision>1</cp:revision>
  <dcterms:created xsi:type="dcterms:W3CDTF">2026-03-24T10:57:13Z</dcterms:created>
  <dcterms:modified xsi:type="dcterms:W3CDTF">2026-03-24T10:57:13Z</dcterms:modified>
</cp:coreProperties>
</file>