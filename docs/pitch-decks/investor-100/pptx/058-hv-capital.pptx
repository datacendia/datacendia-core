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HV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HV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HV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Munich, Germany · Seed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HV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HV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German enterprise technology authority. Deep Mittelstand network. Strong in enterprise SaaS and marketplace businesses.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HV's Mittelstand network (German mid-market) is Datacendia's ideal customer base: regulated, compliance-conscious enterprises adopting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Zalando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HelloFresh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Flixbus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Personio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HV Capital's Mittelstand network is 3.5M German companies adopting AI. EU AI Act makes governance mandatory. Datacendia serves German enterprise with sovereign deployment and local data residency.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HV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the German Mittelstand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German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HV Capital — AI governance for the German Mittelstand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HV Capital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