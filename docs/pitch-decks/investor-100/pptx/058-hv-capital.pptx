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-7-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-6-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-6-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HV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HV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HV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Munich, Germany · Seed to Growth · $3B+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3" name="Picture 12" descr="04-dcii-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HV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HV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German enterprise technology authority. Deep Mittelstand network. Strong in enterprise SaaS and marketplace businesses.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HV's Mittelstand network (German mid-market) is Datacendia's ideal customer base: regulated, compliance-conscious enterprises adopting AI.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Zalando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HelloFresh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Flixbus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Personio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HV Capital's Mittelstand network is 3.5M German companies adopting AI. EU AI Act makes governance mandatory. Datacendia serves German enterprise with sovereign deployment and local data residency.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6" name="Picture 15" descr="31-sovereig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HV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for the German Mittelstand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German Enterprise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HV Capital — AI governance for the German Mittelstand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HV Capital</dc:title>
  <dc:subject>PptxGenJS Presentation</dc:subject>
  <dc:creator>Datacendia</dc:creator>
  <cp:lastModifiedBy>Datacendia</cp:lastModifiedBy>
  <cp:revision>1</cp:revision>
  <dcterms:created xsi:type="dcterms:W3CDTF">2026-03-17T15:48:26Z</dcterms:created>
  <dcterms:modified xsi:type="dcterms:W3CDTF">2026-03-17T15:48:26Z</dcterms:modified>
</cp:coreProperties>
</file>