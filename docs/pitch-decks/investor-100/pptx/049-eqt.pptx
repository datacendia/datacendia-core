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EQT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EQT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EQT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Stockholm, Sweden · Seed to Growth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EQT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EQT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Part of EQT Group ($130B+ AUM). AI-driven investment platform. Backs technology companies with industrial and enterprise focus.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EQT Group manages $130B+ — their portfolio companies all need AI governance. Datacendia can serve both EQT Ventures portfolio and EQT Group's industrial portfolio.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Einride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Voi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AnyDesk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Moth+Flame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EQT Group ($130B+ AUM) portfolio companies are deploying AI at scale. Every one needs governance. Datacendia serves both EQT Ventures startups and EQT Group industrial holdings.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EQT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for the $130B EQT portfolio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/ Industrial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EQT Ventures — AI governance for the $130B EQT portfolio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EQT Ventures</dc:title>
  <dc:subject>PptxGenJS Presentation</dc:subject>
  <dc:creator>Datacendia</dc:creator>
  <cp:lastModifiedBy>Datacendia</cp:lastModifiedBy>
  <cp:revision>1</cp:revision>
  <dcterms:created xsi:type="dcterms:W3CDTF">2026-03-23T17:11:49Z</dcterms:created>
  <dcterms:modified xsi:type="dcterms:W3CDTF">2026-03-23T17:11:49Z</dcterms:modified>
</cp:coreProperties>
</file>