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CCENTUR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CCENTUR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ccentur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Dublin / San Francisco · Series A to C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CCENTUR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ccentur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that enhance Accenture's enterprise consulting capabilities. Focus on AI, cloud, and digital transforma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nture consults to every Fortune 500 on AI transformation. Adding Datacendia to their toolkit = AI governance recommendation for every enterprise engageme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1Qbi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xat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lice Machin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nture advises every Fortune 500 on AI. Datacendia in Accenture's toolkit = AI governance recommendation for every enterprise AI engagement. Channel partnership + investmen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ccentur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Fortune 500 channel through Accenture consulting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Consult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ccenture Ventures — Fortune 500 channel through Accenture consul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ccenture Ventures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