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ACCENTURE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ACCENTURE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Accenture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Dublin / San Francisco · Series A to C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ACCENTURE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Accenture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that enhance Accenture's enterprise consulting capabilities. Focus on AI, cloud, and digital transformation.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Accenture consults to every Fortune 500 on AI transformation. Adding Datacendia to their toolkit = AI governance recommendation for every enterprise engagement.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1Qbit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Paxata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Splice Machine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Imply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Accenture advises every Fortune 500 on AI. Datacendia in Accenture's toolkit = AI governance recommendation for every enterprise AI engagement. Channel partnership + investment.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Accenture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Fortune 500 channel through Accenture consulting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Consulting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Accenture Ventures — Fortune 500 channel through Accenture consulting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Accenture Ventures</dc:title>
  <dc:subject>PptxGenJS Presentation</dc:subject>
  <dc:creator>Datacendia</dc:creator>
  <cp:lastModifiedBy>Datacendia</cp:lastModifiedBy>
  <cp:revision>1</cp:revision>
  <dcterms:created xsi:type="dcterms:W3CDTF">2026-03-23T18:13:07Z</dcterms:created>
  <dcterms:modified xsi:type="dcterms:W3CDTF">2026-03-23T18:13:07Z</dcterms:modified>
</cp:coreProperties>
</file>