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NTU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NTU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ntu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Dublin / San Francisco · Series A to C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NTU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ntu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that enhance Accenture's enterprise consulting capabilities. Focus on AI, cloud, and digital transform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nture consults to every Fortune 500 on AI transformation. Adding Datacendia to their toolkit = AI governance recommendation for every enterprise engage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1Q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x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lice Mach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nture advises every Fortune 500 on AI. Datacendia in Accenture's toolkit = AI governance recommendation for every enterprise AI engagement. Channel partnership + invest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ntu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rtune 500 channel through Accenture consul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Consul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ccenture Ventures — Fortune 500 channel through Accenture consul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ccenture Venture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