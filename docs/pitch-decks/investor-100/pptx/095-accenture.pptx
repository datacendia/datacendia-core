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ACCENTURE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ACCENTURE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Accenture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Dublin / San Francisco · Series A to 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ACCENTURE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Accenture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enhance Accenture's enterprise consulting capabilities. Focus on AI, cloud, and digital transformation.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consults to every Fortune 500 on AI transformation. Adding Datacendia to their toolkit = AI governance recommendation for every enterprise engagement.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1Qbit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Paxata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Splice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advises every Fortune 500 on AI. Datacendia in Accenture's toolkit = AI governance recommendation for every enterprise AI engagement. Channel partnership + investment.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Accenture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Fortune 500 channel through Accenture consulting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Consulting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Accenture Ventures — Fortune 500 channel through Accenture consulting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Accenture Ventures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