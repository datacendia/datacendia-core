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-7-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-6-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-6-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INSIGHT PARTNERS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INSIGHT PARTNERS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Insight Partners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Growth Equity · New York, NY · Series A to Growth · $80B+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3" name="Picture 12" descr="04-dcii-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INSIGHT PARTNERS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Insight Partners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ScaleUp methodology for enterprise software. Operational expertise to accelerate GTM. Deep GRC and compliance portfolio.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Insight backed OneTrust (privacy/GRC at $5.3B valuation). Datacendia extends governance from data privacy to AI decision accountability — the next wave of enterprise compliance.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SentinelOne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Veeam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OneTrust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Recorded Future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JFrog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Insight's OneTrust investment ($5.3B) proved enterprise compliance is massive. Datacendia is the AI-era equivalent: governance for AI decisions, not just data privacy.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Insight Partners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governance is the next OneTrust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GRC / Enterprise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Insight Partners — AI governance is the next OneTrust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Insight Partners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