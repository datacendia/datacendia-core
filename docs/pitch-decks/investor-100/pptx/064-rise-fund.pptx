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THE RISE FUND (TPG)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THE RISE FUND (TPG)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The Rise Fund (TPG)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Impact / Growth Equity · San Francisco, CA · Growth · $14B+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THE RISE FUND (TPG)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The Rise Fund (TPG)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TPG's impact investing platform. Co-founded by Bono and Jeff Skoll. Largest impact fund globally. Measurable social outcomes.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The Rise Fund measures social impact. Datacendia's AI accountability has measurable impact: decisions governed, dissent preserved, audit trails created — quantifiable governance.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Dodla Dairy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EverFi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Acorns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C2FO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The Rise Fund ($14B) requires measurable impact. Datacendia: every AI decision governed = measurable. Dissent preserved = measurable. Compliance automated = measurable. Enterprise SaaS returns.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The Rise Fund (TPG)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Measurable AI accountability impact at scale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Impact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The Rise Fund (TPG) — Measurable AI accountability impact at scale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The Rise Fund (TPG)</dc:title>
  <dc:subject>PptxGenJS Presentation</dc:subject>
  <dc:creator>Datacendia</dc:creator>
  <cp:lastModifiedBy>Datacendia</cp:lastModifiedBy>
  <cp:revision>1</cp:revision>
  <dcterms:created xsi:type="dcterms:W3CDTF">2026-03-23T16:41:45Z</dcterms:created>
  <dcterms:modified xsi:type="dcterms:W3CDTF">2026-03-23T16:41:45Z</dcterms:modified>
</cp:coreProperties>
</file>