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6" r:id="rId17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THE RISE FUND (TPG)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THE RISE FUND (TPG)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The Rise Fund (TPG)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Impact / Growth Equity · San Francisco, CA · Growth · $14B+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THE RISE FUND (TPG)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The Rise Fund (TPG)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TPG's impact investing platform. Co-founded by Bono and Jeff Skoll. Largest impact fund globally. Measurable social outcomes.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Rise Fund measures social impact. Datacendia's AI accountability has measurable impact: decisions governed, dissent preserved, audit trails created — quantifiable governance.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Dodla Dairy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EverFi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Acorns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C2FO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The Rise Fund ($14B) requires measurable impact. Datacendia: every AI decision governed = measurable. Dissent preserved = measurable. Compliance automated = measurable. Enterprise SaaS returns.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The Rise Fund (TPG)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Measurable AI accountability impact at scale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Impact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pipeline: KPMG channel partner (Peru financial services), enterprise prospect via Opal Collection introduction.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17.6%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The Rise Fund (TPG) — Measurable AI accountability impact at scale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D4AF37"/>
                </a:solidFill>
              </a:defRPr>
            </a:pPr>
            <a:r>
              <a:t>THE MARKET: Why Now, Why Big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B4B4B4"/>
                </a:solidFill>
              </a:defRPr>
            </a:pPr>
            <a:r>
              <a:t>Regulatory convergence creates a must-have moment for AI governance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Regulatory Forcing Functions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EU AI Act — High-risk AI governance mandatory (Aug 2026)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Penalties: €35M or 7% of global turnover (Article 99(3))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SEC cyber disclosure — 4 business days to report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AI Executive Order 14110 — federal AI transparency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Peru DS 115-2025-PCM — AI governance enacted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DORA (Jan 2025) — ICT risk for EU financial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55448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21031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Every enterprise deploying AI needs governance — not optional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0 incumbent owns this category — greenfield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Financial services: Basel III + SR 11-7 + Reg BI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Healthcare: FDA SaMD + HIPAA audit requirements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Defense: FedRAMP + CMMC + ITAR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</a:defRPr>
            </a:pPr>
            <a:r>
              <a:t>• 12-18 month window before Big Tech bundles governance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The Rise Fund (TPG)</dc:title>
  <dc:subject>PptxGenJS Presentation</dc:subject>
  <dc:creator>Datacendia</dc:creator>
  <cp:lastModifiedBy>Datacendia</cp:lastModifiedBy>
  <cp:revision>1</cp:revision>
  <dcterms:created xsi:type="dcterms:W3CDTF">2026-03-17T15:48:26Z</dcterms:created>
  <dcterms:modified xsi:type="dcterms:W3CDTF">2026-03-17T15:48:26Z</dcterms:modified>
</cp:coreProperties>
</file>