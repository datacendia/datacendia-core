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NVIDIA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NVIDIA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NVIDIA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NVIDIA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NVIDIA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NVIDIA's strategic investment arm. Backs AI companies that expand GPU adoption and the NVIDIA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an NVIDIA Inception member. NVIDIA Ventures can deepen the relationship — Datacendia drives GPU demand through multi-agent AI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CoreWeave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Inflection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Recursion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NVIDIA Inception member. NVIDIA Ventures can deepen this: multi-agent deliberation = GPU-intensive workloads. Enterprise governance drives enterprise GPU adoption.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NVIDIA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Existing NVIDIA relationship → deeper strategic alignment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GPU Computing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NVIDIA Ventures — Existing NVIDIA relationship → deeper strategic alignment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NVIDIA Ventures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