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As enterprises adopt AI at scale, they need governance infrastructure that proves every AI decision is accountable. That governance layer drives GPU demand — every deliberation runs inference.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CoreWeave provides compute, Cohere provides models, Recursion applies AI to discovery. Datacendia adds what's missing: the accountability layer that makes enterprise AI deployable in regulated industries. More governed AI = more enterprise adoption = more GPU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drives enterprise GPU adoption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AI governance drives enterprise GPU adoption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