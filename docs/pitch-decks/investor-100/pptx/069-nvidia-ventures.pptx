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NVIDIA VENTURES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NVIDIA VENTURES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NVIDIA Ventures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Sovereign AI Decision Evidence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Corporate VC · Santa Clara, CA · Series A to Growth · $1B+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NVIDIA VENTURES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NVIDIA Ventures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NVIDIA's strategic investment arm. Backs AI companies that expand GPU adoption and the NVIDIA ecosystem.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already an NVIDIA Inception member. As enterprises adopt AI at scale, they need governance infrastructure that proves every AI decision is accountable. That governance layer drives GPU demand — every deliberation runs inference.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CoreWeave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Inflection AI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Recursion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Cohere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CoreWeave provides compute, Cohere provides models, Recursion applies AI to discovery. Datacendia adds what's missing: the accountability layer that makes enterprise AI deployable in regulated industries. More governed AI = more enterprise adoption = more GPU demand.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(in effect since Jan 2025) requires AI operational resilience for all financial services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NVIDIA Ventures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AI governance drives enterprise GPU adoption at scale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AI / GPU Computing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NVIDIA Ventures — AI governance drives enterprise GPU adoption at scale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NVIDIA Ventures</dc:title>
  <dc:subject>PptxGenJS Presentation</dc:subject>
  <dc:creator>Datacendia</dc:creator>
  <cp:lastModifiedBy>Datacendia</cp:lastModifiedBy>
  <cp:revision>1</cp:revision>
  <dcterms:created xsi:type="dcterms:W3CDTF">2026-03-24T13:21:51Z</dcterms:created>
  <dcterms:modified xsi:type="dcterms:W3CDTF">2026-03-24T13:21:51Z</dcterms:modified>
</cp:coreProperties>
</file>