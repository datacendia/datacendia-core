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-6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-7-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6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-6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3" name="Picture 12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NVIDIA Ventures can deepen the relationship — Datacendia drives GPU demand through multi-agent AI deliberation.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NVIDIA Inception member. NVIDIA Ventures can deepen this: multi-agent deliberation = GPU-intensive workloads. Enterprise governance drives enterprise GPU adoption.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Existing NVIDIA relationship → deeper strategic alignment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Existing NVIDIA relationship → deeper strategic alignment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