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TEMASEK HOLDINGS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TEMASEK HOLDINGS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Temasek Holdings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$380B+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TEMASEK HOLDINGS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Temasek Holdings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 sovereign wealth fund. Strategic investments in AI, enterprise technology, and sustainable infrastructure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Singapore is building sovereign AI infrastructure. Temasek understands that AI governance is strategic national infrastructure — Datacendia's sovereign deployment serves this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Alibaba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Sea Group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Verily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Temasek invests in strategic technology infrastructure. Singapore leads ASEAN AI governance. Datacendia's sovereign deployment + multi-jurisdiction coverage serves Temasek's portfolio across Asia.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Temasek Holdings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Asian markets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Temasek Holdings — Sovereign AI governance for Asian markets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Temasek Holdings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