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TEMASEK HOLDINGS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TEMASEK HOLDINGS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Temasek Holdings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Singapore · Growth to Late · $380B+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TEMASEK HOLDINGS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Temasek Holdings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Singapore sovereign wealth fund. Strategic investments in AI, enterprise technology, and sustainable infrastructure globally.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Singapore is building sovereign AI infrastructure. Temasek understands that AI governance is strategic national infrastructure — Datacendia's sovereign deployment serves this vision.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Alibaba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Sea Group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Impossible Foods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Verily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Temasek invests in strategic technology infrastructure. Singapore leads ASEAN AI governance. Datacendia's sovereign deployment + multi-jurisdiction coverage serves Temasek's portfolio across Asia.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Temasek Holdings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for Asian markets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Temasek Holdings — Sovereign AI governance for Asian markets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Temasek Holdings</dc:title>
  <dc:subject>PptxGenJS Presentation</dc:subject>
  <dc:creator>Datacendia</dc:creator>
  <cp:lastModifiedBy>Datacendia</cp:lastModifiedBy>
  <cp:revision>1</cp:revision>
  <dcterms:created xsi:type="dcterms:W3CDTF">2026-03-23T19:07:02Z</dcterms:created>
  <dcterms:modified xsi:type="dcterms:W3CDTF">2026-03-23T19:07:02Z</dcterms:modified>
</cp:coreProperties>
</file>