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PREPARED FOR TEMASEK HOLDINGS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4114800" y="1645920"/>
            <a:ext cx="3931920" cy="411480"/>
          </a:xfrm>
          <a:prstGeom prst="roundRect">
            <a:avLst>
              <a:gd name="adj" fmla="val 8889"/>
            </a:avLst>
          </a:prstGeom>
          <a:solidFill>
            <a:srgbClr val="D4AF37"/>
          </a:solidFill>
          <a:ln/>
        </p:spPr>
      </p:sp>
      <p:sp>
        <p:nvSpPr>
          <p:cNvPr id="5" name="Text 3"/>
          <p:cNvSpPr/>
          <p:nvPr/>
        </p:nvSpPr>
        <p:spPr>
          <a:xfrm>
            <a:off x="4114800" y="1645920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E1A"/>
                </a:solidFill>
              </a:rPr>
              <a:t>PREPARED FOR TEMASEK HOLDINGS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22860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274320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Datacendia for Temasek Holdings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1371600" y="402336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8B8FA3"/>
                </a:solidFill>
              </a:rPr>
              <a:t>Sovereign AI Decision Evidence Infrastructure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029200" y="466344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828800" y="4937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Sovereign Wealth Fund · Singapore · Growth to Late · $380B+ AUM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ALIGNMENT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TEMASEK HOLDINGS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Why Datacendia Aligns with Temasek Holdings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31520" y="2194560"/>
            <a:ext cx="50292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Singapore sovereign wealth fund. Strategic investments in AI, enterprise technology, and sustainable infrastructure globally.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31520" y="365760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8" name="Text 6"/>
          <p:cNvSpPr/>
          <p:nvPr/>
        </p:nvSpPr>
        <p:spPr>
          <a:xfrm>
            <a:off x="1005840" y="38404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Your Thesis → Our Mission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05840" y="4297680"/>
            <a:ext cx="45720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Singapore is building sovereign AI infrastructure. Temasek understands that AI governance is strategic national infrastructure — Datacendia's sovereign deployment serves this vision.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0" y="2194560"/>
            <a:ext cx="5029200" cy="3749040"/>
          </a:xfrm>
          <a:prstGeom prst="roundRect">
            <a:avLst>
              <a:gd name="adj" fmla="val 2439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Portfolio Adjacency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675120" y="283464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Alibaba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Sea Group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Impossible Foods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Verily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675120" y="438912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Temasek invests in strategic technology infrastructure. Singapore leads ASEAN AI governance. Datacendia's sovereign deployment + multi-jurisdiction coverage serves Temasek's portfolio across Asia.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Enterprise AI Has No Accountability Layer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AI systems make high-stakes decisions with no audit trail, no evidence, and no dissent tracking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EU AI Act (2025–2026) mandates governance for high-risk AI — penalties up to €35M or 7% revenue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DORA (in effect since Jan 2025) requires AI operational resilience for all financial services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existing platform provides cryptographic proof of AI-assisted decisions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Enterprises face regulatory risk with every AI deployment — and have no solution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7315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€35M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9144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Max EU AI Act penalty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47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0" name="Text 8"/>
          <p:cNvSpPr/>
          <p:nvPr/>
        </p:nvSpPr>
        <p:spPr>
          <a:xfrm>
            <a:off x="34747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0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36576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Platforms w/ crypto AI evidence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2179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3" name="Text 11"/>
          <p:cNvSpPr/>
          <p:nvPr/>
        </p:nvSpPr>
        <p:spPr>
          <a:xfrm>
            <a:off x="62179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2025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64008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EU AI Act high-risk in effect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89611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6" name="Text 14"/>
          <p:cNvSpPr/>
          <p:nvPr/>
        </p:nvSpPr>
        <p:spPr>
          <a:xfrm>
            <a:off x="89611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85%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91440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Fortune 500 deploying AI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Multi-Agent Deliberation with Cryptographic Evidence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Multi-agent deliberation with role-specific AI agents (CFO, CISO, Legal, Strategy, Risk, and more)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Cryptographic decision evidence — Ed25519 signatures, Merkle trees, RFC 3161 timestamps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Sovereign deployment — Cloud, Private Cloud, On-Premises, and Air-Gapped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EU AI Act, DORA, GDPR, HIPAA compliance mapping across 23 jurisdictions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Zero-copy data architecture — data never leaves customer infrastructure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Open-source core (Apache 2.0) with enterprise features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Key Angle for Temasek Holdings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Sovereign AI governance for Asian markets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0" y="3749040"/>
            <a:ext cx="5029200" cy="731520"/>
          </a:xfrm>
          <a:prstGeom prst="roundRect">
            <a:avLst>
              <a:gd name="adj" fmla="val 12500"/>
            </a:avLst>
          </a:prstGeom>
          <a:solidFill>
            <a:srgbClr val="141825"/>
          </a:solidFill>
          <a:ln/>
        </p:spPr>
      </p:sp>
      <p:sp>
        <p:nvSpPr>
          <p:cNvPr id="10" name="Text 8"/>
          <p:cNvSpPr/>
          <p:nvPr/>
        </p:nvSpPr>
        <p:spPr>
          <a:xfrm>
            <a:off x="6675120" y="3749040"/>
            <a:ext cx="4572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Sector: Sovereign Wealth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0" y="466344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6675120" y="48463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90-Day Guarantee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675120" y="5212080"/>
            <a:ext cx="43891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8B8FA3"/>
                </a:solidFill>
              </a:rPr>
              <a:t>Deploy Datacendia for 90 days on a single strategic problem. If the Council doesn't identify at least 3 critical risks you missed, we refund the pilot fee.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PROOF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This Is Not a Pitch — It’s a Live Platform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73152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205K+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Passing Tests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92608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292608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10896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Validated API Endpoints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12064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512064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50+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530352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Agent Presets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31520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5" name="Text 13"/>
          <p:cNvSpPr/>
          <p:nvPr/>
        </p:nvSpPr>
        <p:spPr>
          <a:xfrm>
            <a:off x="731520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23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749808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Jurisdictions Covered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950976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8" name="Text 16"/>
          <p:cNvSpPr/>
          <p:nvPr/>
        </p:nvSpPr>
        <p:spPr>
          <a:xfrm>
            <a:off x="950976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969264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3152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</p:sp>
      <p:sp>
        <p:nvSpPr>
          <p:cNvPr id="21" name="Text 19"/>
          <p:cNvSpPr/>
          <p:nvPr/>
        </p:nvSpPr>
        <p:spPr>
          <a:xfrm>
            <a:off x="100584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Live Demo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00584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Production platform at app.datacendia.com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Multi-agent deliberation, decision audit trails, compliance dashboards, AI governance gateway — all live.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</p:sp>
      <p:sp>
        <p:nvSpPr>
          <p:cNvPr id="24" name="Text 22"/>
          <p:cNvSpPr/>
          <p:nvPr/>
        </p:nvSpPr>
        <p:spPr>
          <a:xfrm>
            <a:off x="667512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NVIDIA Inception Member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67512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Accepted into NVIDIA’s elite startup program.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DGX Cloud access, technical mentorship, and co-marketing opportunities.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 at app.datacendia.com.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NVIDIA Inception member. Live production platform at app.datacendia.com. Open-core Apache 2.0 foundation.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First enterprise pilots, SOC 2 Type II certification, EU AI Act regulatory validation.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21.5%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Personalized for Temasek Holdings — Sovereign AI governance for Asian markets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 | app.datacendia.com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for Temasek Holdings</dc:title>
  <dc:subject>PptxGenJS Presentation</dc:subject>
  <dc:creator>Datacendia</dc:creator>
  <cp:lastModifiedBy>Datacendia</cp:lastModifiedBy>
  <cp:revision>1</cp:revision>
  <dcterms:created xsi:type="dcterms:W3CDTF">2026-03-24T13:21:51Z</dcterms:created>
  <dcterms:modified xsi:type="dcterms:W3CDTF">2026-03-24T13:21:51Z</dcterms:modified>
</cp:coreProperties>
</file>