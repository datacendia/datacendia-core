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OMIDYAR NETWORK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OMIDYAR NETWORK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Omidyar Network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Investment · Redwood City, CA · Seed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OMIDYAR NETWORK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Omidyar Network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technology and digital rights. Backs companies that make technology more accountable, transparent, and beneficial.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embodies responsible technology: every AI decision is transparent, accountable, with preserved dissent. Exactly what Omidyar champions.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Mozilla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Rappler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Change.org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Tala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Omidyar champions responsible, accountable technology. Datacendia is accountability infrastructure: every AI decision has cryptographic proof, dissenting views are preserved — not buried.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Omidyar Network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Accountability infrastructure for the AI era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Omidyar Network — Accountability infrastructure for the AI era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Omidyar Network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