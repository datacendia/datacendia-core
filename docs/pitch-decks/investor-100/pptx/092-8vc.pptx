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8VC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8VC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8VC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Austin, TX · Seed to Series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8VC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8VC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Joe Lonsdale's fund (Palantir co-founder). Defense, government, and enterprise technology. Strong GovTech thesis.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8VC's Palantir DNA means deep understanding of government data infrastructure. As defense and enterprise AI scales, accountability becomes mandatory — who made the decision, what data was used, and why. Datacendia provides that governance layer.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 (co-founded)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Joby Aviation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Resilience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Palantir provides data analytics for defense. Datacendia adds what Palantir doesn't: verifiable proof of how AI-assisted decisions were made, with cryptographic accountability and air-gapped deployment for classified environments.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8VC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complement to Palantir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GovTech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8VC — AI governance complement to Palantir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8VC</dc:title>
  <dc:subject>PptxGenJS Presentation</dc:subject>
  <dc:creator>Datacendia</dc:creator>
  <cp:lastModifiedBy>Datacendia</cp:lastModifiedBy>
  <cp:revision>1</cp:revision>
  <dcterms:created xsi:type="dcterms:W3CDTF">2026-03-24T10:57:15Z</dcterms:created>
  <dcterms:modified xsi:type="dcterms:W3CDTF">2026-03-24T10:57:15Z</dcterms:modified>
</cp:coreProperties>
</file>