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government and defense understanding. Datacendia complements Palantir: AI decision governance where Palantir provides data analytics.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 (Palantir co-founder) understands defense data infrastructure. Datacendia adds what Palantir doesn't: AI decision governance with cryptographic accountability, air-gapped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