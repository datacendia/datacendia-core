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understanding of government data infrastructure. As defense and enterprise AI scales, accountability becomes mandatory — who made the decision, what data was used, and why. Datacendia provides that governance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Palantir provides data analytics for defense. Datacendia adds what Palantir doesn't: verifiable proof of how AI-assisted decisions were made, with cryptographic accountability and air-gapped deployment for classified environments.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