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SPRIND (FEDERAL AGENCY FOR DISRUPTIVE INNOVATION)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SPRIND (FEDERAL AGENCY FOR DISRUPTIVE INNOVATION)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SPRIND (Federal Agency for Disruptive Innovation)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Leipzig, Germany · Seed to Series A · €100M+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SPRIND (FEDERAL AGENCY FOR DISRUPTIVE INNOVATION)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SPRIND (Federal Agency for Disruptive Innovation)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DARPA equivalent. Funds disruptive innovation in sovereign technology, defense, and critical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funds sovereign technology for German strategic interests. AI governance with air-gapped deployment and cryptographic evidence is critical infrastructure Germany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 computing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Cybersecurity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SPRIND (German DARPA) funds sovereign breakthrough technology. Datacendia is sovereign AI governance: air-gapped, cryptographic evidence, TPM attestation — built for German/EU critical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SPRIND (Federal Agency for Disruptive Innovation)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as German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German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SPRIND (Federal Agency for Disruptive Innovation) — Sovereign AI governance as German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SPRIND (Federal Agency for Disruptive Innovation)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