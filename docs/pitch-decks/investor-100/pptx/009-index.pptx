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San Francisco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European-founded, global scope. Backs platforms that become enterprise defaults. Strong in open-source business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follows the open-core model (Apache 2.0 community edition). Index has proven expertise scaling open-source to enterprise — Elastic, Confluent, HashiCorp.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Elastic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 turned open-source into enterprise giants (Elastic, Confluent, HashiCorp). Datacendia's Apache 2.0 community edition builds trust pipeline → enterprise conversion.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Open-core AI governance — proven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Index Ventures — Open-core AI governance — proven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Index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