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SPEEDINVEST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SPEEDINVEST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Speedinvest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Vienna / Berlin / London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SPEEDINVEST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Speedinvest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Pan-European early-stage. Dedicated fintech and deep tech practices. Strong in regulatory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regtech practice + pan-European reach makes them ideal for Datacendia's EU AI Act governance platform. Vienna is an EU regulatory hub.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GoStudent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Refurbed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dedicated regtech practice understands regulatory technology. Datacendia is the defining regtech product for AI: EU AI Act compliance with cryptographic evidence.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Speedinvest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Defining regtech product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Speedinvest — Defining regtech product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Speedinvest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