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SPEEDINVEST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SPEEDINVEST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Speedinvest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Sovereign AI Decision Evidence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Vienna / Berlin / London · Pre-Seed to Series A · $1B+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SPEEDINVEST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Speedinvest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Pan-European early-stage. Dedicated fintech and deep tech practices. Strong in regulatory technology.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Speedinvest's regtech practice + pan-European reach makes them ideal for Datacendia's EU AI Act governance platform. Vienna is an EU regulatory hub.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GoStudent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Bitpanda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Refurbed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Adverity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Speedinvest's dedicated regtech practice understands regulatory technology. Datacendia is the defining regtech product for AI: EU AI Act compliance with cryptographic evidence.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(in effect since Jan 2025) requires AI operational resilience for all financial services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Speedinvest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Defining regtech product for the AI era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European RegTech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and co-marketing opportunities.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NVIDIA Inception member. Live production platform at app.datacendia.com. Open-core Apache 2.0 foundation.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enterprise pilots, SOC 2 Type II certification, EU AI Act regulatory validation.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Speedinvest — Defining regtech product for the AI era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Speedinvest</dc:title>
  <dc:subject>PptxGenJS Presentation</dc:subject>
  <dc:creator>Datacendia</dc:creator>
  <cp:lastModifiedBy>Datacendia</cp:lastModifiedBy>
  <cp:revision>1</cp:revision>
  <dcterms:created xsi:type="dcterms:W3CDTF">2026-03-24T13:21:50Z</dcterms:created>
  <dcterms:modified xsi:type="dcterms:W3CDTF">2026-03-24T13:21:50Z</dcterms:modified>
</cp:coreProperties>
</file>