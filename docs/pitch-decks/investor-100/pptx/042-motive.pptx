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 / London · Growth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technology specialist. Deep operational expertise building fintech companies. Transatlantic with EU presence.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Motive's transatlantic fintech focus means they understand both US and EU regulation. Datacendia covers both with 23 jurisdictions and EU AI Act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Dun &amp; Bradstreet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Finantix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InvestCloud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Paysafe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 operates transatlantic fintech (NYC + London). Datacendia covers EU AI Act + DORA + US regulations across 23 jurisdictions — built for the transatlantic compliance landscape.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AI compliance for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Motive Partners — Transatlantic AI compliance for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Motive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