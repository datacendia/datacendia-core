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ECLIPSE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ECLIPSE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Eclipse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Series A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ECLIPSE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Eclipse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Industrial technology and critical infrastructure. Backs software that transforms physical industries and defense.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backs industrial AI (Anduril, Shield AI). As defense and industrial AI scales, governance becomes mandatory —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Machina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Hadrian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invests where software meets critical infrastructure (Anduril, Shield AI). Datacendia governs AI decisions in those critical environments — air-gapped, sovereign,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Eclipse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critical/industrial environments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Eclipse Ventures — AI governance for critical/industrial environments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Eclipse Ventures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