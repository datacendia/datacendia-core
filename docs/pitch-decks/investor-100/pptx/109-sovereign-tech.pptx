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SOVEREIGN TECH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SOVEREIGN TECH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Sovereign Tech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Government Fund · Berlin, Germany · Grants + Contracts · €20M+ annually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SOVEREIGN TECH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Sovereign Tech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 digital sovereignty through open-source infrastructure. Funded by the German Federal Ministry for Economic Affairs. Backs critical open-source tech.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open-source (Apache 2.0) sovereign infrastructure for AI governance. STF funds exactly this: critical open-source technology for European digital sovereignty.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curl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OpenSSL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Log4j remediation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WireGuard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Sovereign Tech Fund (German government) funds open-source sovereignty infrastructure (curl, OpenSSL). Datacendia is sovereign AI governance infrastructure — open-source, air-gapped, European-ready.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Sovereign Tech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Open-source sovereign AI governance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Digital Sovereignty / Open Source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Sovereign Tech Fund — Open-source sovereign AI governance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Sovereign Tech Fund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