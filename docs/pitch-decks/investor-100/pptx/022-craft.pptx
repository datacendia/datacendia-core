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CRAFT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CRAFT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Craft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Series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CRAFT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Craft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David Sacks' firm. Strong thesis on enterprise SaaS metrics, efficient growth, and vertical SaaS. Focus on capital-efficient businesses.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Craft values capital efficiency. Datacendia has 205K+ tests, 156 APIs, and a live platform built by a small team — extreme capital efficiency with a clear enterprise GTM.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Bird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ClickUp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Sourcegraph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Census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Dune Analytics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Craft backs capital-efficient enterprise companies (Palantir adjacency). Datacendia: 205K+ tests, 156 APIs, live platform — built efficiently with clear $50K→$1.5M+ expansion model.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Craft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Capital-efficient enterprise AI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Craft Ventures — Capital-efficient enterprise AI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Craft Ventures</dc:title>
  <dc:subject>PptxGenJS Presentation</dc:subject>
  <dc:creator>Datacendia</dc:creator>
  <cp:lastModifiedBy>Datacendia</cp:lastModifiedBy>
  <cp:revision>1</cp:revision>
  <dcterms:created xsi:type="dcterms:W3CDTF">2026-03-23T19:07:01Z</dcterms:created>
  <dcterms:modified xsi:type="dcterms:W3CDTF">2026-03-23T19:07:01Z</dcterms:modified>
</cp:coreProperties>
</file>