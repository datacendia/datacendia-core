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ABU DHABI INVESTMENT AUTHORITY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ABU DHABI INVESTMENT AUTHORITY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Abu Dhabi Investment Authority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Growth to Late · $990B+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ABU DHABI INVESTMENT AUTHORITY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Abu Dhabi Investment Authority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World's third-largest sovereign wealth fund. Technology division invests in AI, enterprise software, and digital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ADIA's technology investments span regulated industries globally. AI governance is infrastructure that protects every technology investment in their portfolio.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companies (private)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Jio Platforms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 ($990B) invests in technology globally. AI governance protects every AI-deploying portfolio company from regulatory risk. Datacendia is portfolio-wide risk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Abu Dhabi Investment Authority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portfolio risk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Abu Dhabi Investment Authority — AI governance as portfolio risk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Abu Dhabi Investment Authority</dc:title>
  <dc:subject>PptxGenJS Presentation</dc:subject>
  <dc:creator>Datacendia</dc:creator>
  <cp:lastModifiedBy>Datacendia</cp:lastModifiedBy>
  <cp:revision>1</cp:revision>
  <dcterms:created xsi:type="dcterms:W3CDTF">2026-03-23T16:41:45Z</dcterms:created>
  <dcterms:modified xsi:type="dcterms:W3CDTF">2026-03-23T16:41:45Z</dcterms:modified>
</cp:coreProperties>
</file>