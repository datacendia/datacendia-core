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MACARTHUR FOUNDATION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MACARTHUR FOUNDATION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MacArthur Foundation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Foundation / Impact · Chicago, IL · Grants to Mission Investments · $8B+ endowment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MACARTHUR FOUNDATION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MacArthur Foundation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governance, digital civil liberties, and criminal justice reform. Funds technology that protects civil liberties in an AI-driven world.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MacArthur funds digital civil liberties. Datacendia's cryptographic evidence and decision audit trails prevent AI from being used without accountability in justice, welfare, and public services.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Upturn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Center for Democracy &amp; Technology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Electronic Privacy Information Center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MacArthur protects civil liberties in the AI era. Datacendia provides the infrastructure: every AI decision in justice, welfare, or public services has a cryptographic evidence trail.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MacArthur Foundation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Civil liberties protection through AI evidence trails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Ethics / Civil Liberties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MacArthur Foundation — Civil liberties protection through AI evidence trails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MacArthur Foundation</dc:title>
  <dc:subject>PptxGenJS Presentation</dc:subject>
  <dc:creator>Datacendia</dc:creator>
  <cp:lastModifiedBy>Datacendia</cp:lastModifiedBy>
  <cp:revision>1</cp:revision>
  <dcterms:created xsi:type="dcterms:W3CDTF">2026-03-23T19:07:03Z</dcterms:created>
  <dcterms:modified xsi:type="dcterms:W3CDTF">2026-03-23T19:07:03Z</dcterms:modified>
</cp:coreProperties>
</file>