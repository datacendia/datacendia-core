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MACARTHUR FOUNDATION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MACARTHUR FOUNDATION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MacArthur Foundation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Decision Crisis Immunization Infrastructure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Foundation / Impact · Chicago, IL · Grants to Mission Investments · $8B+ endowment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MACARTHUR FOUNDATION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MacArthur Foundation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AI governance, digital civil liberties, and criminal justice reform. Funds technology that protects civil liberties in an AI-driven world.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MacArthur funds digital civil liberties. Datacendia's cryptographic evidence and decision audit trails prevent AI from being used without accountability in justice, welfare, and public services.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Upturn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Center for Democracy &amp; Technology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Electronic Privacy Information Center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MacArthur protects civil liberties in the AI era. Datacendia provides the infrastructure: every AI decision in justice, welfare, or public services has a cryptographic evidence trail.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Accountability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AI systems make high-stakes decisions with no audit trail, no evidence, and no dissent tracking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AI operational resilience for financial services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existing platform provides cryptographic proof of AI-assisted decisions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Platforms w/ crypto AI evidence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MacArthur Foundation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Civil liberties protection through AI evidence trails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AI Ethics / Civil Liberties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90-Day Guarantee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Deploy Datacendia for 90 days on a single strategic problem. If the Council doesn't identify at least 3 critical risks you missed, we refund the pilot fee.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and co-marketing opportunities.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NVIDIA Inception member. Live production platform at app.datacendia.com. Open-core Apache 2.0 foundation.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First enterprise pilots, SOC 2 Type II certification, EU AI Act regulatory validation.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Personalized for MacArthur Foundation — Civil liberties protection through AI evidence trails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MacArthur Foundation</dc:title>
  <dc:subject>PptxGenJS Presentation</dc:subject>
  <dc:creator>Datacendia</dc:creator>
  <cp:lastModifiedBy>Datacendia</cp:lastModifiedBy>
  <cp:revision>1</cp:revision>
  <dcterms:created xsi:type="dcterms:W3CDTF">2026-03-23T17:11:50Z</dcterms:created>
  <dcterms:modified xsi:type="dcterms:W3CDTF">2026-03-23T17:11:50Z</dcterms:modified>
</cp:coreProperties>
</file>