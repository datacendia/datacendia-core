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GV (GOOGLE VENTURES)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GV (GOOGLE VENTURES)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GV (Google Ventures)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Mountain View, CA · Seed to Growth · $8B+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GV (GOOGLE VENTURES)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GV (Google Ventures)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Google/Alphabet's venture arm. Backs enterprise, health, and AI companies. Deep technical expertise and AI knowledge.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Google AI powers millions of enterprise decisions. GV understands that AI governance is the missing enterprise infrastructure — Datacendia fills that gap.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Uber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Stripe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Slack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GitLab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Freshworks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GV backs enterprise infrastructure (GitLab, Slack). As Google AI scales in enterprises, governance becomes mandatory. Datacendia: the compliance and accountability layer for enterprise AI.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GV (Google Ventures)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 decision evidence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/ AI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GV (Google Ventures) — Enterprise decision evidence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GV (Google Ventures)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