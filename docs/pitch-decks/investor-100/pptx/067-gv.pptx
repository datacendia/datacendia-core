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GV (GOOGLE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GV (GOOGLE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GV (Google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Mountain View, CA · Seed to Growth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GV (GOOGLE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GV (Google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Google/Alphabet's venture arm. Backs enterprise, health, and AI companies. Deep technical expertise and AI knowledge.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Google AI powers millions of enterprise decisions. GV understands that AI governance is the missing enterprise infrastructure — Datacendia fills that gap.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Freshworks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GV backs enterprise infrastructure (GitLab, Slack). As Google AI scales in enterprises, governance becomes mandatory. Datacendia: the compliance and accountability layer for enterprise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GV (Google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/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GV (Google Ventures) — Enterprise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GV (Google Ventures)</dc:title>
  <dc:subject>PptxGenJS Presentation</dc:subject>
  <dc:creator>Datacendia</dc:creator>
  <cp:lastModifiedBy>Datacendia</cp:lastModifiedBy>
  <cp:revision>1</cp:revision>
  <dcterms:created xsi:type="dcterms:W3CDTF">2026-03-24T13:21:51Z</dcterms:created>
  <dcterms:modified xsi:type="dcterms:W3CDTF">2026-03-24T13:21:51Z</dcterms:modified>
</cp:coreProperties>
</file>