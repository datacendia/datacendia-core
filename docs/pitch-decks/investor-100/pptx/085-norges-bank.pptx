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NORGES BANK INVESTMENT MANAGEMENT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NORGES BANK INVESTMENT MANAGEMENT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Norges Bank Investment Management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Sovereign Wealth Fund · Oslo, Norway · Growth to Public · $1.4T+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NORGES BANK INVESTMENT MANAGEMENT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Norges Bank Investment Management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World's largest sovereign wealth fund. Responsible investment leader. ESG integration across all holdings.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NBIM holds stakes in 9,000+ companies deploying AI. AI governance ensures responsible AI across their entire portfolio — aligned with their ESG mandate.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Holdings in 9,000+ companies globally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NBIM ($1.4T, 9,000+ companies) demands responsible technology. AI governance with cryptographic accountability across their portfolio = measurable ESG improvement. Datacendia delivers.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Norges Bank Investment Management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ESG-mandated AI governance across 9,000+ holdings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Sovereign Wealth / ESG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Norges Bank Investment Management — ESG-mandated AI governance across 9,000+ holdings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Norges Bank Investment Management</dc:title>
  <dc:subject>PptxGenJS Presentation</dc:subject>
  <dc:creator>Datacendia</dc:creator>
  <cp:lastModifiedBy>Datacendia</cp:lastModifiedBy>
  <cp:revision>1</cp:revision>
  <dcterms:created xsi:type="dcterms:W3CDTF">2026-03-17T14:30:04Z</dcterms:created>
  <dcterms:modified xsi:type="dcterms:W3CDTF">2026-03-17T14:30:04Z</dcterms:modified>
</cp:coreProperties>
</file>