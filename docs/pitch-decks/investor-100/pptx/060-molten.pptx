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MOLTEN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MOLTEN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Molten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Series A to Growth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MOLTEN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Molten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Publicly listed European VC (formerly Draper Esprit). Backs deep tech, enterprise, and cybersecurity across Europe.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Molten's public listing means patient capital. Their cybersecurity + enterprise portfolio (Ledger crypto security) aligns with Datacendia's cryptographic AI governance.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Revolut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Trustpilot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Ledger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Molten (LSE-listed) provides patient capital with cybersecurity expertise (Ledger). Datacendia uses cryptographic primitives (Ed25519, Merkle trees) for AI governance — deep security DNA.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07-graph-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Molten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Cryptographic AI governance with patient European capital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Deep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Molten Ventures — Cryptographic AI governance with patient European capital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Molten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