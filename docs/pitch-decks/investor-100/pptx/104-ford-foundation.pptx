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FORD FOUNDATION (TECHNOLOGY &amp; SOCIETY)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FORD FOUNDATION (TECHNOLOGY &amp; SOCIETY)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Ford Foundation (Technology &amp; Society)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Foundation / Impact · New York, NY · Grants to Mission Investments · $16B+ endowment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FORD FOUNDATION (TECHNOLOGY &amp; SOCIETY)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Ford Foundation (Technology &amp; Society)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Technology accountability and social justice. Funds organizations ensuring technology serves all people, especially marginalized communities.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Ford Foundation funds AI accountability research. Datacendia implements it: cryptographic evidence, dissent tracking, and regulatory compliance that protects communities from opaque AI.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 Now Institute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 &amp; Society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Electronic Frontier Foundation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Color of Change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Ford Foundation funds AI accountability (AI Now Institute, Data &amp; Society). Datacendia is the implementation: enterprise-grade AI governance that makes accountability enforceable, not theoretical.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Ford Foundation (Technology &amp; Society)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From AI accountability theory to enforceable practice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Social Justice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Ford Foundation (Technology &amp; Society) — From AI accountability theory to enforceable practice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Ford Foundation (Technology &amp; Society)</dc:title>
  <dc:subject>PptxGenJS Presentation</dc:subject>
  <dc:creator>Datacendia</dc:creator>
  <cp:lastModifiedBy>Datacendia</cp:lastModifiedBy>
  <cp:revision>1</cp:revision>
  <dcterms:created xsi:type="dcterms:W3CDTF">2026-03-24T10:57:15Z</dcterms:created>
  <dcterms:modified xsi:type="dcterms:W3CDTF">2026-03-24T10:57:15Z</dcterms:modified>
</cp:coreProperties>
</file>