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OBVIOUS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OBVIOUS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Obvious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OBVIOUS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Obvious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World-positive companies. Ev Williams' fund. Backs technology that benefits society — responsible AI, climate, health.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backs world-positive technology. Datacendia makes AI world-positive: every decision accountable, every dissent preserved, every claim traceable to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Beyond Meat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Diamond Foundry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Mango Materials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(Ev Williams) backs world-positive tech. Datacendia makes AI accountable by design — preserving dissent, requiring evidence, enabling transparency. World-positive AI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25-diss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Obvious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World-positive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Obvious Ventures — World-positive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Obvious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