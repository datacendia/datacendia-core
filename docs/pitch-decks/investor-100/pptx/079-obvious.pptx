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OBVIOUS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OBVIOUS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Obvious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OBVIOUS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Obvious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World-positive companies. Ev Williams' fund. Backs technology that benefits society — responsible AI, climate, health.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Obvious backs world-positive technology. Datacendia makes AI world-positive: every decision accountable, every dissent preserved, every claim traceable to evidence.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Beyond Meat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Medium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Diamond Foundry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Mango Materials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Obvious (Ev Williams) backs world-positive tech. Datacendia makes AI accountable by design — preserving dissent, requiring evidence, enabling transparency. World-positive AI infrastructure.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Obvious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World-positive AI accountability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Obvious Ventures — World-positive AI accountability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Obvious Ventures</dc:title>
  <dc:subject>PptxGenJS Presentation</dc:subject>
  <dc:creator>Datacendia</dc:creator>
  <cp:lastModifiedBy>Datacendia</cp:lastModifiedBy>
  <cp:revision>1</cp:revision>
  <dcterms:created xsi:type="dcterms:W3CDTF">2026-03-24T10:57:14Z</dcterms:created>
  <dcterms:modified xsi:type="dcterms:W3CDTF">2026-03-24T10:57:14Z</dcterms:modified>
</cp:coreProperties>
</file>