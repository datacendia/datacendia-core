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QED INVESTORS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QED INVESTORS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QED Investors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Alexandria, VA · Seed to Growth · $6B+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QED INVESTORS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QED Investors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Fintech specialist founded by Capital One co-founder. Deep financial services expertise and regulatory understanding.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QED's Capital One DNA means deep understanding of financial regulation. DORA (in effect since Jan 2025) and the EU AI Act now mandate AI governance for every financial institution — and no incumbent solves this.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Nubank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Klarna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SoFi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CreditKarma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Remitly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Nubank, Klarna, SoFi, and CreditKarma all deploy AI for lending and credit decisions. Each faces growing regulatory demand for explainability and audit evidence. Datacendia is the governance infrastructure QED's portfolio companies need today.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QED Investors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governance infrastructure for fintech lending and credit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Fintech / RegTech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QED Investors — AI governance infrastructure for fintech lending and credit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QED Investors</dc:title>
  <dc:subject>PptxGenJS Presentation</dc:subject>
  <dc:creator>Datacendia</dc:creator>
  <cp:lastModifiedBy>Datacendia</cp:lastModifiedBy>
  <cp:revision>1</cp:revision>
  <dcterms:created xsi:type="dcterms:W3CDTF">2026-03-24T10:57:14Z</dcterms:created>
  <dcterms:modified xsi:type="dcterms:W3CDTF">2026-03-24T10:57:14Z</dcterms:modified>
</cp:coreProperties>
</file>