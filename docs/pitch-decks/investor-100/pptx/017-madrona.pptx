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MADRONA VENTURE GROUP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MADRONA VENTURE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Madrona Venture Group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Seattle, WA · Seed to Series B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MADRONA VENTURE GROUP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Madrona Venture Group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and enterprise infrastructure. Deep ties to Microsoft/AWS ecosystem. Focus on applied intelligence and data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Madrona's data infrastructure focus (early Snowflake investor) aligns perfectly with Datacendia's position as the AI governance data layer.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Rover.com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Smartsheet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Redfin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Isilon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Madrona was early in Snowflake and Smartsheet. Datacendia is the AI governance layer that sits on top of data infrastructure — the next must-have enterprise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Madrona Venture Group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the next data infrastructure layer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Data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Madrona Venture Group — AI governance as the next data infrastructure layer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Madrona Venture Group</dc:title>
  <dc:subject>PptxGenJS Presentation</dc:subject>
  <dc:creator>Datacendia</dc:creator>
  <cp:lastModifiedBy>Datacendia</cp:lastModifiedBy>
  <cp:revision>1</cp:revision>
  <dcterms:created xsi:type="dcterms:W3CDTF">2026-03-23T19:07:01Z</dcterms:created>
  <dcterms:modified xsi:type="dcterms:W3CDTF">2026-03-23T19:07:01Z</dcterms:modified>
</cp:coreProperties>
</file>