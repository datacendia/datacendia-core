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Seed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Contrarian bets on deep technology. Backs founders building in hard science, defense, and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 backs deep tech that solves hard problems. Datacendia's cryptographic decision evidence and air-gapped sovereign deployment solve the hardest problem in AI: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Saildrone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Eikon Therapeutics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Desktop Metal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 invested in Anduril (defense AI) and deep tech infrastructure. Datacendia deploys in classified environments with TPM attestation and hardware-rooted trust — defense-grade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Defense-grade AI accountability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Deep Tech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Lux Capital — Defense-grade AI accountability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Lux Capital</dc:title>
  <dc:subject>PptxGenJS Presentation</dc:subject>
  <dc:creator>Datacendia</dc:creator>
  <cp:lastModifiedBy>Datacendia</cp:lastModifiedBy>
  <cp:revision>1</cp:revision>
  <dcterms:created xsi:type="dcterms:W3CDTF">2026-03-23T18:13:05Z</dcterms:created>
  <dcterms:modified xsi:type="dcterms:W3CDTF">2026-03-23T18:13:05Z</dcterms:modified>
</cp:coreProperties>
</file>