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LUX CAPITAL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LUX CAPITAL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Lux Capital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Sovereign AI Decision Evidence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New York, NY · Seed to Growth · $5B+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LUX CAPITAL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Lux Capital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Contrarian bets on deep technology. Backs founders building in hard science, defense, and infrastructure.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Lux backs deep tech that solves hard problems. Datacendia's cryptographic decision evidence and air-gapped sovereign deployment solve the hardest problem in AI: accountability.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Anduril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Saildrone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Eikon Therapeutics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Desktop Metal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Lux invested in Anduril (defense AI) and deep tech infrastructure. Datacendia deploys in classified environments with TPM attestation and hardware-rooted trust — defense-grade AI governance.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(in effect since Jan 2025) requires AI operational resilience for all financial services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Lux Capital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Defense-grade AI accountability infrastructure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Deep Tech / Defense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Lux Capital — Defense-grade AI accountability infrastructure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Lux Capital</dc:title>
  <dc:subject>PptxGenJS Presentation</dc:subject>
  <dc:creator>Datacendia</dc:creator>
  <cp:lastModifiedBy>Datacendia</cp:lastModifiedBy>
  <cp:revision>1</cp:revision>
  <dcterms:created xsi:type="dcterms:W3CDTF">2026-03-24T10:57:13Z</dcterms:created>
  <dcterms:modified xsi:type="dcterms:W3CDTF">2026-03-24T10:57:13Z</dcterms:modified>
</cp:coreProperties>
</file>