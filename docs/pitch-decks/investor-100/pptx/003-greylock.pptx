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GREYLOCK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GREYLOCK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Greylock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GREYLOCK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Greylock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infrastructure that becomes mission-critical. Greylock backs platforms that enterprises cannot operate without.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Once deployed, Datacendia becomes the system of record for every AI decision — mission-critical infrastructure that enterprises cannot uninstall without losing their compliance posture.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Palo Alto Networks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Greylock backs enterprise platforms that become indispensable (Workday, Palo Alto Networks). Datacendia becomes the compliance backbone — once installed, it's the audit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Greylock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Mission-critical enterprise compliance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Greylock Partners — Mission-critical enterprise compliance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Greylock Partners</dc:title>
  <dc:subject>PptxGenJS Presentation</dc:subject>
  <dc:creator>Datacendia</dc:creator>
  <cp:lastModifiedBy>Datacendia</cp:lastModifiedBy>
  <cp:revision>1</cp:revision>
  <dcterms:created xsi:type="dcterms:W3CDTF">2026-03-23T17:11:48Z</dcterms:created>
  <dcterms:modified xsi:type="dcterms:W3CDTF">2026-03-23T17:11:48Z</dcterms:modified>
</cp:coreProperties>
</file>