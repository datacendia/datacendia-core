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6" r:id="rId17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GREYLOCK PARTNERS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GREYLOCK PARTNERS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Greylock Partners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Crisis Immunization Infrastructure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Menlo Park, CA · Seed to Series B · $5B+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GREYLOCK PARTNERS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Greylock Partners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Enterprise infrastructure that becomes mission-critical. Greylock backs platforms that enterprises cannot operate without.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Once deployed, Datacendia becomes the system of record for every AI decision — mission-critical infrastructure that enterprises cannot uninstall without losing their compliance posture.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Palo Alto Networks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Workday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Cloudera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Abnormal Security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Coda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Greylock backs enterprise platforms that become indispensable (Workday, Palo Alto Networks). Datacendia becomes the compliance backbone — once installed, it's the audit trail.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Accountability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systems make high-stakes decisions with no audit trail, no evidence, and no dissent tracking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Platforms w/ crypto AI evidence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Greylock Partners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Mission-critical enterprise compliance infrastructure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Enterprise SaaS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90-Day Guarantee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Deploy Datacendia for 90 days on a single strategic problem. If the Council doesn't identify at least 3 critical risks you missed, we refund the pilot fee.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pipeline: KPMG channel partner (Peru financial services), enterprise prospect via Opal Collection introduction. NVIDIA Inception member.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17.6%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Personalized for Greylock Partners — Mission-critical enterprise compliance infrastructure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D4AF37"/>
                </a:solidFill>
              </a:defRPr>
            </a:pPr>
            <a:r>
              <a:t>THE MARKET: Why Now, Why Big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B4B4B4"/>
                </a:solidFill>
              </a:defRPr>
            </a:pPr>
            <a:r>
              <a:t>Regulatory convergence creates a must-have moment for AI governance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Regulatory Forcing Functions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031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EU AI Act — High-risk AI governance mandatory (Aug 2026)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Penalties: €35M or 7% of global turnover (Article 99(3))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SEC cyber disclosure — 4 business days to report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AI Executive Order 14110 — federal AI transparency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Peru DS 115-2025-PCM — AI governance enacted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DORA (Jan 2025) — ICT risk for EU financial services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55448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The Opportunity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21031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Every enterprise deploying AI needs governance — not optional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0 incumbent owns this category — greenfield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Financial services: Basel III + SR 11-7 + Reg BI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Healthcare: FDA SaMD + HIPAA audit requirements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Defense: FedRAMP + CMMC + ITAR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12-18 month window before Big Tech bundles governance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Greylock Partners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