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GREYLOCK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GREYLOCK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Greylock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GREYLOCK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Greylock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infrastructure that becomes mission-critical. Greylock backs platforms that enterprises cannot operate without.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Once deployed, Datacendia becomes the system of record for every AI decision — mission-critical infrastructure that enterprises cannot uninstall without losing their compliance posture.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Palo Alto Networks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Workday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Coda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Greylock backs enterprise platforms that become indispensable (Workday, Palo Alto Networks). Datacendia becomes the compliance backbone — once installed, it's the audit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Greylock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Mission-critical enterprise compliance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Greylock Partners — Mission-critical enterprise compliance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Greylock Partners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