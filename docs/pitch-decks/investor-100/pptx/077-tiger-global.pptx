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High-velocity enterprise software investing. Backs market-leading enterprise companies with proven traction at scale.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backs enterprise software at inflection points. EU AI Act + DORA create a regulatory inflection for AI governance — timing aligns with Tiger's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invests at inflection points (Stripe, Databricks). EU AI Act enforcement (2025-2026) creates the AI governance inflection. Datacendia is positioned at that exact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inflection creates enterprise demand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Software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Tiger Global Management — Regulatory inflection creates enterprise demand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Tiger Global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