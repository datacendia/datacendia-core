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BESSEMER VENTURE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BESSEMER VENTURE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Bessemer Venture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Seed to Growth · $20B+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BESSEMER VENTURE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Bessemer Venture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Cloud computing and enterprise SaaS authority. Publishes the definitive Cloud 100 list. Deep enterprise GTM expertise.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Bessemer knows enterprise SaaS better than anyone. Datacendia's $50K pilot → $1.5M+ enterprise expansion follows the land-and-expand playbook Bessemer has perfected.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Twilio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Shopify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Toast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PagerDuty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Auth0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Bessemer's Cloud 100 defines enterprise SaaS. Datacendia's $50K pilot → $1.5M+ enterprise model, 99.99% SLA, and 4 deployment modes follow the exact playbook.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Bessemer Venture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Textbook enterprise SaaS land-and-expand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SaaS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Bessemer Venture Partners — Textbook enterprise SaaS land-and-expand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Bessemer Venture Partners</dc:title>
  <dc:subject>PptxGenJS Presentation</dc:subject>
  <dc:creator>Datacendia</dc:creator>
  <cp:lastModifiedBy>Datacendia</cp:lastModifiedBy>
  <cp:revision>1</cp:revision>
  <dcterms:created xsi:type="dcterms:W3CDTF">2026-03-23T16:41:44Z</dcterms:created>
  <dcterms:modified xsi:type="dcterms:W3CDTF">2026-03-23T16:41:44Z</dcterms:modified>
</cp:coreProperties>
</file>