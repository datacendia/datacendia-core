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RESPONSIBLE INNOVATION LABS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RESPONSIBLE INNOVATION LABS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Responsible Innovation Labs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Washington, DC · Pre-Seed to Seed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RESPONSIBLE INNOVATION LABS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Responsible Innovation Labs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Commercializing ethical AI. Helps responsible AI companies find product-market fit and scale. Connected to policy makers and regulators.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RIL exists to commercialize responsible AI. Datacendia is the most commercially viable responsible AI product: enterprise SaaS with regulatory forcing function driving adoption.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ethics startups (cohort-based)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Responsible Innovation Labs commercializes ethical AI. Datacendia has what most ethical AI lacks: enterprise revenue model ($50K pilots), regulatory demand (EU AI Act), and a live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Responsible Innovation Labs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Commercially viable ethical AI with regulatory 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Accelerator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Responsible Innovation Labs — Commercially viable ethical AI with regulatory demand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Responsible Innovation Labs</dc:title>
  <dc:subject>PptxGenJS Presentation</dc:subject>
  <dc:creator>Datacendia</dc:creator>
  <cp:lastModifiedBy>Datacendia</cp:lastModifiedBy>
  <cp:revision>1</cp:revision>
  <dcterms:created xsi:type="dcterms:W3CDTF">2026-03-23T17:48:51Z</dcterms:created>
  <dcterms:modified xsi:type="dcterms:W3CDTF">2026-03-23T17:48:51Z</dcterms:modified>
</cp:coreProperties>
</file>