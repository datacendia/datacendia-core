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WORKDAY VENTURES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WORKDAY VENTURES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Workday Ventures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Corporate VC · Pleasanton, CA · Series A to C · $500M+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WORKDAY VENTURES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Workday Ventures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Strategic investments that extend Workday's enterprise HCM and finance platform. Focus on AI, analytics, and workforce tech.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Workday customers use AI for workforce and financial decisions. Those decisions need governance — especially under EU AI Act which classifies HR AI as high-risk.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Peakon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VNDLY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Scout RFP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Platfora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EU AI Act classifies HR/workforce AI as high-risk. Every Workday customer using AI for hiring, promotion, or workforce planning needs governance. Datacendia delivers it.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Workday Ventures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HR AI governance — EU AI Act high-risk category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Enterprise HR / AI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and co-marketing opportunities.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NVIDIA Inception member. Live production platform at app.datacendia.com. Open-core Apache 2.0 foundation.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First enterprise pilots, SOC 2 Type II certification, EU AI Act regulatory validation.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Workday Ventures — HR AI governance — EU AI Act high-risk category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Workday Ventures</dc:title>
  <dc:subject>PptxGenJS Presentation</dc:subject>
  <dc:creator>Datacendia</dc:creator>
  <cp:lastModifiedBy>Datacendia</cp:lastModifiedBy>
  <cp:revision>1</cp:revision>
  <dcterms:created xsi:type="dcterms:W3CDTF">2026-03-23T17:11:50Z</dcterms:created>
  <dcterms:modified xsi:type="dcterms:W3CDTF">2026-03-23T17:11:50Z</dcterms:modified>
</cp:coreProperties>
</file>