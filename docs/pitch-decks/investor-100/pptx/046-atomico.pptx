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ATOMICO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ATOMICO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Atomico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ATOMICO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Atomico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technology champion. Founded by Skype co-founder. Backs European companies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is Europe's champion VC. EU AI Act makes Europe the epicenter of AI governance demand. Datacendia is European-regulation-native with global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Graphcore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Lilium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Supercell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MessageBird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champions European tech globally (Klarna, Wise). EU AI Act makes Europe the AI governance epicenter. Datacendia is built EU-first with 23 jurisdictions — then scales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Atomico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 makes Europe the AI governance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Atomico — EU AI Act makes Europe the AI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Atomico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