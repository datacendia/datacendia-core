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ATOMICO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ATOMICO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Atomico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London, UK · Series A to Growth · $5B+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ATOMICO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Atomico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European technology champion. Founded by Skype co-founder. Backs European companies that scale globally.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Atomico is Europe's champion VC. EU AI Act makes Europe the epicenter of AI governance demand. Datacendia is European-regulation-native with global deployment.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Graphcore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Lilium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Supercell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Klarna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MessageBird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Atomico champions European tech globally (Klarna, Wise). EU AI Act makes Europe the AI governance epicenter. Datacendia is built EU-first with 23 jurisdictions — then scales globally.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Atomico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EU AI Act makes Europe the AI governance market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European Tech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and co-marketing opportunities.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NVIDIA Inception member. Live production platform at app.datacendia.com. Open-core Apache 2.0 foundation.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enterprise pilots, SOC 2 Type II certification, EU AI Act regulatory validation.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Atomico — EU AI Act makes Europe the AI governance market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Atomico</dc:title>
  <dc:subject>PptxGenJS Presentation</dc:subject>
  <dc:creator>Datacendia</dc:creator>
  <cp:lastModifiedBy>Datacendia</cp:lastModifiedBy>
  <cp:revision>1</cp:revision>
  <dcterms:created xsi:type="dcterms:W3CDTF">2026-03-23T16:41:44Z</dcterms:created>
  <dcterms:modified xsi:type="dcterms:W3CDTF">2026-03-23T16:41:44Z</dcterms:modified>
</cp:coreProperties>
</file>