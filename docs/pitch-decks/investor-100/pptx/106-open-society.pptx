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OPEN SOCIETY FOUNDATIONS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OPEN SOCIETY FOUNDATIONS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Open Society Foundations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Foundation / Impact · New York, NY · Grants to Mission Investments · $25B+ endowment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OPEN SOCIETY FOUNDATIONS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Open Society Foundations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Open, democratic societies. Digital rights, government transparency, and accountability. Combating authoritarian use of technology.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Open Society combats opaque, authoritarian AI. Datacendia makes AI transparent by design: every decision is evidenced, every dissent preserved, every claim traceable to its source.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Article 19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Tactical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Institute for Strategic Dialogue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Open Society fights opaque power. AI is the new opaque power. Datacendia makes AI decisions transparent: cryptographic evidence, preserved dissent, sovereign deployment — accountability infrastructure.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Open Society Foundations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Transparency infrastructure against opaque AI power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Ethics / Democracy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Open Society Foundations — Transparency infrastructure against opaque AI power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Open Society Foundations</dc:title>
  <dc:subject>PptxGenJS Presentation</dc:subject>
  <dc:creator>Datacendia</dc:creator>
  <cp:lastModifiedBy>Datacendia</cp:lastModifiedBy>
  <cp:revision>1</cp:revision>
  <dcterms:created xsi:type="dcterms:W3CDTF">2026-03-23T18:13:07Z</dcterms:created>
  <dcterms:modified xsi:type="dcterms:W3CDTF">2026-03-23T18:13:07Z</dcterms:modified>
</cp:coreProperties>
</file>