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Stress Testing (COLLAPSE)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"AI Stress Testing (COLLAPSE)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 Stress Testing (COLLAPSE)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