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Real Estate / Construction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Auditable AI workflows for Real Estate / Construction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"Real Estate / Construction teams are bringing AI into high-stakes workflows. They need evidence, dissent, and accountable approvals — not unexplained outputs."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Real Estate / Construction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Real Estate / Construction workflow oversight and escalation review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Risk, exception, and approval tracking across teams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Exportable evidence for internal, customer, and regulator review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Real Estate / Construction policy and exception review with multi-agent deliberation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Vendor, partner, or procurement evaluation with full evidence trail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Incident replay and root-cause analysis with preserved dissent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Budget and priority setting with accountable approvals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Stakeholder reporting from one searchable decision record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