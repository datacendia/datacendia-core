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SAP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decision intelligence on your SAP data via RFC/BAPI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"SAP holds your operational truth. Datacendia connects via RFC/BAPI export to analyze without disrupting production systems."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SAP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SAP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analysis of operational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risk and procurement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Real-time P&amp;L and cost center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SAP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Procurement optimization — Multi-agent vendor evaluation with cost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risk — Multi-tier dependency mapping from SAP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Financial close review — Period-end analysis with anomaly detection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Production planning — Capacity optimization with scenario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reporting — Automated evidence from SAP transactional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Integration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