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decision intelligence on your SAP data via RFC/BAPI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"SAP holds your operational truth. Datacendia connects via RFC/BAPI export to analyze without disrupting production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SAP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operational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and procurement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P&amp;L and cost center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optimization — Multi-agent vendor evaluation with cost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dependency mapping from SAP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close review — Period-end analysis with anomaly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— Capacity optimization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reporting — Automated evidence from SAP transactional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