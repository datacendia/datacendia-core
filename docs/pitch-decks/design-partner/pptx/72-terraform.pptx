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Terraform IaC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Governed AI deployment for Terraform IaC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"Terraform IaC succeeds only when teams can prove what the model saw, who approved the action, and how decisions changed over time."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Terraform IaC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Terraform IaC integration with full traceability and replay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Policy controls across cloud, on-prem, and sovereign environments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exports for security, compliance, and platform teams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Terraform IaC integration pilot with governed prompts, policies, and approvals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Connector-level access controls and immutable decision history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Change review for models, tools, and workflows before release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Incident replay and rollback with preserved reasoning and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Operations, security, and compliance teams aligned on one evidence chain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