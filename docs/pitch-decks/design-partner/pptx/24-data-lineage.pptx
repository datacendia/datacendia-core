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 Lineage &amp; Governance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Complete data lineage — from source to decision to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"If you cannot trace a decision back to its data sources, you cannot explain it. Data lineage is the foundation of accountability."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 LINEAGE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Lineage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Interactive data relationship visualization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Complete data-to-decision lineage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Understand downstream effects of data changes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 Lineage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lineage — Trace decisions to source data for auditors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quality tracking — Monitor quality across the decision pipeline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Impact analysis — Assess downstream effects of data or model changes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Migration planning — Map dependencies before system migrations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documentation — Automated lineage documentation for frameworks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Lineage &amp; Governance Design Partnership — Datacendia</dc:title>
  <dc:subject>PptxGenJS Presentation</dc:subject>
  <dc:creator>Datacendia</dc:creator>
  <cp:lastModifiedBy>Datacendia</cp:lastModifiedBy>
  <cp:revision>1</cp:revision>
  <dcterms:created xsi:type="dcterms:W3CDTF">2026-03-17T13:28:47Z</dcterms:created>
  <dcterms:modified xsi:type="dcterms:W3CDTF">2026-03-17T13:28:47Z</dcterms:modified>
</cp:coreProperties>
</file>