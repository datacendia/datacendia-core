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8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Pharmaceutical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development, clinical trials, and FDA compliance with AI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"FDA requires complete documentation of every decision in the drug development process. AI recommendations are no exception."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PHARMACEUTICAL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trial design, patient safety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FDA, EMA, ICH compliance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discovery, molecular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trial design — Multi-agent protocol evaluation with safety focus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FDA submission support — Evidence-based documentation with complete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interaction analysis — Multi-perspective safety assessment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Manufacturing compliance — GMP compliance evidence generation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Patent strategy — IP landscape analysis with competitive intelligence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Pharmaceutical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