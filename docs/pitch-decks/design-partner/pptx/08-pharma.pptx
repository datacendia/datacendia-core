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Pharmaceutical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"FDA requires complete documentation of every decision in the drug development process. AI recommendations are no exception."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PHARMACEUTICAL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design, patient safety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FDA, EMA, ICH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discovery, molecular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compliance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Pharmaceutical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