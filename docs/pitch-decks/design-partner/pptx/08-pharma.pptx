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Pharmaceutical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Drug development, clinical trials, and FDA compliance with AI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"FDA requires complete documentation of every decision in the drug development process. AI recommendations are no exception."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PHARMACEUTICAL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trial design, patient safety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FDA, EMA, ICH compliance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Drug discovery, molecular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trial design — Multi-agent protocol evaluation with safety focus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FDA submission support — Evidence-based documentation with complete audit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Drug interaction analysis — Multi-perspective safety assessment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Manufacturing compliance — GMP compliance evidence generation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Patent strategy — IP landscape analysis with competitive intelligence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ellipse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Pharmaceutical Design Partnership — Datacendia</dc:title>
  <dc:subject>PptxGenJS Presentation</dc:subject>
  <dc:creator>Datacendia</dc:creator>
  <cp:lastModifiedBy>Datacendia</cp:lastModifiedBy>
  <cp:revision>1</cp:revision>
  <dcterms:created xsi:type="dcterms:W3CDTF">2026-03-17T13:28:46Z</dcterms:created>
  <dcterms:modified xsi:type="dcterms:W3CDTF">2026-03-17T13:28:46Z</dcterms:modified>
</cp:coreProperties>
</file>