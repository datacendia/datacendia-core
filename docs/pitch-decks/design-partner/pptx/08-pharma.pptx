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Pharmaceutical Design Partnership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Drug development, clinical trials, and FDA compliance with AI audit trails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914400" y="1828800"/>
            <a:ext cx="100584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FFFFF"/>
                </a:solidFill>
              </a:rPr>
              <a:t>"FDA requires complete documentation of every decision in the drug development process. AI recommendations are no exception."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14400" y="4114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— The Datacendia Manifesto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PHARMACEUTICAL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Helps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Clinical trial design, patient safety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FDA, EMA, ICH compliance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Drug discovery, molecular analysis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USE CASES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Design Partner Scenarios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Clinical trial design — Multi-agent protocol evaluation with safety focus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FDA submission support — Evidence-based documentation with complete audit trail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Drug interaction analysis — Multi-perspective safety assessment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Manufacturing compliance — GMP compliance evidence generation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Patent strategy — IP landscape analysis with competitive intelligence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DESIGN PARTNER BENEFITS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Partner Early?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Direct influence on product roadmap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Priority support and dedicated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Preferred pricing locked at design partner rates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Co-marketing — joint case studies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Early access to new features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90-day pilot at reduced rate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Weekly syncs with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Feature input on quarterly roadmap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METRICS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Endpoints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Connectors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26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Languages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Pharmaceutical Design Partnership — Datacendia</dc:title>
  <dc:subject>PptxGenJS Presentation</dc:subject>
  <dc:creator>Datacendia</dc:creator>
  <cp:lastModifiedBy>Datacendia</cp:lastModifiedBy>
  <cp:revision>1</cp:revision>
  <dcterms:created xsi:type="dcterms:W3CDTF">2026-03-17T14:12:19Z</dcterms:created>
  <dcterms:modified xsi:type="dcterms:W3CDTF">2026-03-17T14:12:19Z</dcterms:modified>
</cp:coreProperties>
</file>