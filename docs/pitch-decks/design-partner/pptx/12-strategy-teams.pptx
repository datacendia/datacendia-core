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Strategy Teams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Strategic planning with scenario simulation and evidence-based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"Strategy without evidence is opinion. Multi-agent deliberation turns strategic planning into a documented, replayable process."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STRATEGY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Strategic synthesis and recommendation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Financial modeling and fiscal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Market intelligence and competitive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Strategy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Strategic planning — Multi-agent scenario analysis with documented tradeoffs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Market entry analysis — Multi-perspective assessment of new market opportunities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Competitive intelligence — AI-powered competitive analysis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M&amp;A evaluation — Comprehensive due diligence with multi-agent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Innovation pipeline — R&amp;D investment analysis with risk assessment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Strategy Teams Design Partnership — Datacendia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