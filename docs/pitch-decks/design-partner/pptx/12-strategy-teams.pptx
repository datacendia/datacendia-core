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Strategy Teams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Strategic planning with scenario simulation and evidence-based decisions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"Strategy without evidence is opinion. Multi-agent deliberation turns strategic planning into a documented, replayable process."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Evidence Infrastructure for AI Systems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STRATEGY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Helps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Strategic synthesis and recommendation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Financial modeling and fiscal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Market intelligence and competitive analysis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Strategy Scenarios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Strategic planning — Multi-agent scenario analysis with documented tradeoffs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Market entry analysis — Multi-perspective assessment of new market opportunities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Competitive intelligence — AI-powered competitive analysis with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M&amp;A evaluation — Comprehensive due diligence with multi-agent deliberation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Innovation pipeline — R&amp;D investment analysis with risk assessment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Strategy Teams Design Partnership — Datacendia</dc:title>
  <dc:subject>PptxGenJS Presentation</dc:subject>
  <dc:creator>Datacendia</dc:creator>
  <cp:lastModifiedBy>Datacendia</cp:lastModifiedBy>
  <cp:revision>1</cp:revision>
  <dcterms:created xsi:type="dcterms:W3CDTF">2026-03-17T14:12:20Z</dcterms:created>
  <dcterms:modified xsi:type="dcterms:W3CDTF">2026-03-17T14:12:20Z</dcterms:modified>
</cp:coreProperties>
</file>