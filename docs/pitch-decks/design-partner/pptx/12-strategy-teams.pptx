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Teams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with scenario simulation and evidence-based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"Strategy without evidence is opinion. Multi-agent deliberation turns strategic planning into a documented, replayable process."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STRATEGY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synthesis and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modeling and fiscal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intelligence and competitive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Strategy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planning — Multi-agent scenario analysis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entry analysis — Multi-perspective assessment of new market opportunities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intelligence — AI-powered competitive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evaluation — Comprehensive due diligence with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Innovation pipeline — R&amp;D investment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Strategy Teams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