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-8-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-8-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-8-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Strategy Teams Design Partnership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Strategic planning with scenario simulation and evidence-based decisions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Decision Crisis Immunization Infrastructure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9" name="Picture 8" descr="04-dcii-dashbo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85432" y="1371600"/>
            <a:ext cx="5029200" cy="31089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914400" y="1828800"/>
            <a:ext cx="100584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FFFFFF"/>
                </a:solidFill>
              </a:rPr>
              <a:t>"Strategy without evidence is opinion. Multi-agent deliberation turns strategic planning into a documented, replayable process."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914400" y="41148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— The Datacendia Manifesto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85432" y="1371600"/>
            <a:ext cx="5029200" cy="31089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WHAT WE BUILD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Decision Crisis Immunization Infrastructure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Multi-agent deliberation — 50+ specialized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Cryptographic audit trail — immutable evidence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Zero-copy architecture — data never leaves your DB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Sovereign deployment — air-gapped to cloud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Not a chatbot. A system of specialized intelligences that debate, dissent, and decide — with cryptographic proof of every step.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50+ agent presets (CFO, CISO, Risk, Strategy, Legal) deliberate on your data. You get a boardroom debate, not a chatbot answer.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Every decision, vote, dissent — hashed, timestamped, exportable. When the auditor says "prove it," hand them this.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85432" y="1371600"/>
            <a:ext cx="5029200" cy="31089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STRATEGY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Helps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Strategic synthesis and recommendation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Financial modeling and fiscal analysis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Market intelligence and competitive analysis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USE CASES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Strategy Scenarios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Strategic planning — Multi-agent scenario analysis with documented tradeoffs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Market entry analysis — Multi-perspective assessment of new market opportunities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Competitive intelligence — AI-powered competitive analysis with evidence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M&amp;A evaluation — Comprehensive due diligence with multi-agent deliberation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Innovation pipeline — R&amp;D investment analysis with risk assessment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85432" y="1371600"/>
            <a:ext cx="5029200" cy="31089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DESIGN PARTNER BENEFITS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Partner Early?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Direct influence on product roadmap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Priority support and dedicated engineering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Preferred pricing locked at design partner rates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Co-marketing — joint case studies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Early access to new features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90-day pilot at reduced rate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Weekly syncs with engineering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Feature input on quarterly roadmap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METRICS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3152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Endpoints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52044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352044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70332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Connectors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30936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30936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26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649224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Languages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909828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909828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928116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85432" y="1371600"/>
            <a:ext cx="5029200" cy="310896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85432" y="1371600"/>
            <a:ext cx="5029200" cy="310896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Strategy Teams Design Partnership — Datacendia</dc:title>
  <dc:subject>PptxGenJS Presentation</dc:subject>
  <dc:creator>Datacendia</dc:creator>
  <cp:lastModifiedBy>Datacendia</cp:lastModifiedBy>
  <cp:revision>1</cp:revision>
  <dcterms:created xsi:type="dcterms:W3CDTF">2026-03-17T14:12:20Z</dcterms:created>
  <dcterms:modified xsi:type="dcterms:W3CDTF">2026-03-17T14:12:20Z</dcterms:modified>
</cp:coreProperties>
</file>