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Hospitality / Travel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Hospitality / Travel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"Hospitality / Travel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Hospitality / Travel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Hospitality / Travel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Hospitality / Travel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