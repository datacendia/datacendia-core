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Officers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compliance evidence and continuous monitoring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"Compliance is not about checking boxes. It is about proving you did the right thing — with evidence an auditor can verify."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compliance posture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compliance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enforcement and attestation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SOC 2 evidence generation — Automated control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GDPR compliance — Data processing documentation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compliance — Multi-regulation tracking across 23 jurisdictions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preparation — One-click evidence packet export for auditors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management — Absorb new regulations and map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Compliance Officers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