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Compliance Officers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Automated compliance evidence and continuous monitoring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"Compliance is not about checking boxes. It is about proving you did the right thing — with evidence an auditor can verify."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COMPLIANCE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Real-time compliance posture tracking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Automatic compliance gap identification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Automated enforcement and attestation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Compliance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SOC 2 evidence generation — Automated control evidence collection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GDPR compliance — Data processing documentation with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Cross-jurisdiction compliance — Multi-regulation tracking across 23 jurisdictions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Audit preparation — One-click evidence packet export for auditors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management — Absorb new regulations and map impact automatically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Compliance Officers Design Partnership — Datacendia</dc:title>
  <dc:subject>PptxGenJS Presentation</dc:subject>
  <dc:creator>Datacendia</dc:creator>
  <cp:lastModifiedBy>Datacendia</cp:lastModifiedBy>
  <cp:revision>1</cp:revision>
  <dcterms:created xsi:type="dcterms:W3CDTF">2026-03-17T13:51:16Z</dcterms:created>
  <dcterms:modified xsi:type="dcterms:W3CDTF">2026-03-17T13:51:16Z</dcterms:modified>
</cp:coreProperties>
</file>