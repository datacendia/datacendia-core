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Ghost Board Simulation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Collaborative pilot for Ghost Board Simulation with replayable decision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"Ghost Board Simulation reveals whether an AI workflow is governed or merely automated. High-stakes teams need challenge, evidence, and replay before rollout."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Ghost Board Simulation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Ghost Board Simulation workflows with full decision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Human-in-the-loop approvals and preserved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Exportable decision packets for audit, security, and leadership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Ghost Board Simulation pilot using live scenarios and approval chains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Exception handling and escalation design with traceable outcomes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packet exports for board, regulator, or customer review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Role-based review with replay for every material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Roadmap feedback folded directly into product development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