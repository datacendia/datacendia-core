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notesMasterIdLst>
    <p:notesMasterId r:id="rId11"/>
  </p:notesMasterIdLst>
  <p:sldSz cx="12188952" cy="6858000"/>
  <p:notesSz cx="6858000" cy="12188952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notesMaster" Target="notesMasters/notesMaster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DESIGN PARTNER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9144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DATACENDIA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371600"/>
            <a:ext cx="10058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Splunk Integration Design Partnership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731520" y="2377440"/>
            <a:ext cx="1005840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Governed AI deployment for Splunk Integration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Decision Evidence Infrastructure for AI Systems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DESIGN PARTNER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914400" y="1828800"/>
            <a:ext cx="10058400" cy="2286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i="1" dirty="0">
                <a:solidFill>
                  <a:srgbClr val="FFFFFF"/>
                </a:solidFill>
              </a:rPr>
              <a:t>"Splunk Integration succeeds only when teams can prove what the model saw, who approved the action, and how decisions changed over time."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914400" y="411480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— The Datacendia Manifesto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DESIGN PARTNER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9144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WHAT WE BUILD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371600"/>
            <a:ext cx="10058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Decision Evidence Infrastructure for AI Systems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731520" y="2377440"/>
            <a:ext cx="1005840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Multi-agent deliberation — 50+ specialized agent presets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Cryptographic audit trail — immutable evidence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Zero-copy architecture — data never leaves your DB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Sovereign deployment — air-gapped to cloud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Not a chatbot. A system of specialized intelligences that debate, dissent, and decide — with cryptographic proof of every step.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50+ agent presets (CFO, CISO, Risk, Strategy, Legal) deliberate on your data. You get a boardroom debate, not a chatbot answer.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Every decision, vote, dissent — hashed, timestamped, exportable. When the auditor says "prove it," hand them this.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DESIGN PARTNER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9144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Splunk Integration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371600"/>
            <a:ext cx="10058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How Datacendia Helps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731520" y="2377440"/>
            <a:ext cx="1005840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Splunk Integration integration with full traceability and replay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Policy controls across cloud, on-prem, and sovereign environments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Evidence exports for security, compliance, and platform teams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DESIGN PARTNER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9144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USE CASES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371600"/>
            <a:ext cx="10058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Design Partner Scenarios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731520" y="2377440"/>
            <a:ext cx="1005840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Splunk Integration integration pilot with governed prompts, policies, and approvals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Connector-level access controls and immutable decision history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Change review for models, tools, and workflows before release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Incident replay and rollback with preserved reasoning and dissent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Operations, security, and compliance teams aligned on one evidence chain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DESIGN PARTNER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9144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DESIGN PARTNER BENEFITS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371600"/>
            <a:ext cx="10058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Why Partner Early?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731520" y="2377440"/>
            <a:ext cx="1005840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Direct influence on product roadmap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Priority support and dedicated engineering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Preferred pricing locked at design partner rates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Co-marketing — joint case studies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Early access to new features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90-day pilot at reduced rate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Weekly syncs with engineering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Feature input on quarterly roadmap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DESIGN PARTNER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9144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PLATFORM METRICS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731520" y="2560320"/>
            <a:ext cx="2514600" cy="1645920"/>
          </a:xfrm>
          <a:prstGeom prst="roundRect">
            <a:avLst>
              <a:gd name="adj" fmla="val 5556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731520" y="2743200"/>
            <a:ext cx="2514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156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914400" y="3474720"/>
            <a:ext cx="21488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Validated Endpoints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3520440" y="2560320"/>
            <a:ext cx="2514600" cy="1645920"/>
          </a:xfrm>
          <a:prstGeom prst="roundRect">
            <a:avLst>
              <a:gd name="adj" fmla="val 5556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3520440" y="2743200"/>
            <a:ext cx="2514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16</a:t>
            </a:r>
            <a:endParaRPr lang="en-US" sz="2800" dirty="0"/>
          </a:p>
        </p:txBody>
      </p:sp>
      <p:sp>
        <p:nvSpPr>
          <p:cNvPr id="10" name="Text 8"/>
          <p:cNvSpPr/>
          <p:nvPr/>
        </p:nvSpPr>
        <p:spPr>
          <a:xfrm>
            <a:off x="3703320" y="3474720"/>
            <a:ext cx="21488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Connectors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6309360" y="2560320"/>
            <a:ext cx="2514600" cy="1645920"/>
          </a:xfrm>
          <a:prstGeom prst="roundRect">
            <a:avLst>
              <a:gd name="adj" fmla="val 5556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6309360" y="2743200"/>
            <a:ext cx="2514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26</a:t>
            </a:r>
            <a:endParaRPr lang="en-US" sz="2800" dirty="0"/>
          </a:p>
        </p:txBody>
      </p:sp>
      <p:sp>
        <p:nvSpPr>
          <p:cNvPr id="13" name="Text 11"/>
          <p:cNvSpPr/>
          <p:nvPr/>
        </p:nvSpPr>
        <p:spPr>
          <a:xfrm>
            <a:off x="6492240" y="3474720"/>
            <a:ext cx="21488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Languages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9098280" y="2560320"/>
            <a:ext cx="2514600" cy="1645920"/>
          </a:xfrm>
          <a:prstGeom prst="roundRect">
            <a:avLst>
              <a:gd name="adj" fmla="val 5556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5" name="Text 13"/>
          <p:cNvSpPr/>
          <p:nvPr/>
        </p:nvSpPr>
        <p:spPr>
          <a:xfrm>
            <a:off x="9098280" y="2743200"/>
            <a:ext cx="2514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4</a:t>
            </a:r>
            <a:endParaRPr lang="en-US" sz="2800" dirty="0"/>
          </a:p>
        </p:txBody>
      </p:sp>
      <p:sp>
        <p:nvSpPr>
          <p:cNvPr id="16" name="Text 14"/>
          <p:cNvSpPr/>
          <p:nvPr/>
        </p:nvSpPr>
        <p:spPr>
          <a:xfrm>
            <a:off x="9281160" y="3474720"/>
            <a:ext cx="21488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Deployment Modes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8" name="Text 1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DESIGN PARTNER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109728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MULTI-AGENT DECISION ENGINE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554480"/>
            <a:ext cx="4114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Decisions Made by Specialized AI Agents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274320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Role-specific agents: CFO, CISO, Legal, Strategy, Risk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Confidence scores and reasoning — dissent preserved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War Room, Governed, and Quick Brief modes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0" y="1097280"/>
            <a:ext cx="6400800" cy="484632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DESIGN PARTNER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109728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DECISION AUDIT TRAIL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554480"/>
            <a:ext cx="4114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Every Decision Tracked with Full Evidence Chain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274320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Complete searchable decision history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Full deliberation records linked to each decision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Trace any decision back to evidence in seconds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0" y="1097280"/>
            <a:ext cx="6400800" cy="484632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</vt:vector>
  </TitlesOfParts>
  <Company>Datacendia, LLC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Healthcare Design Partnership — Datacendia</dc:title>
  <dc:subject>PptxGenJS Presentation</dc:subject>
  <dc:creator>Datacendia</dc:creator>
  <cp:lastModifiedBy>Datacendia</cp:lastModifiedBy>
  <cp:revision>1</cp:revision>
  <dcterms:created xsi:type="dcterms:W3CDTF">2026-03-17T14:12:19Z</dcterms:created>
  <dcterms:modified xsi:type="dcterms:W3CDTF">2026-03-17T14:12:19Z</dcterms:modified>
</cp:coreProperties>
</file>