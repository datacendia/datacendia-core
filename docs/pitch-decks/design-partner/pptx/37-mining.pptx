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ning / Resource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ning / Resource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ning / Re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