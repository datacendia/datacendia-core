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-8-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-9-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CendiaGateway Design Partnership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AI governance proxy — control, audit, and monitor all AI interactions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9" name="Picture 8" descr="04-dcii-dashbo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914400" y="1828800"/>
            <a:ext cx="1005840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rgbClr val="FFFFFF"/>
                </a:solidFill>
              </a:rPr>
              <a:t>"Every AI interaction in your organization should be logged, governed, and auditable. CendiaGateway makes this automatic."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914400" y="411480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— The Datacendia Manifesto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8" name="Picture 7" descr="06-gateway-dashbo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WHAT WE BUILD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Decision Crisis Immunization Infrastructure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Multi-agent deliberation — 50+ specialized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Cryptographic audit trail — immutable evidence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Zero-copy architecture — data never leaves your DB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Sovereign deployment — air-gapped to cloud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Not a chatbot. A system of specialized intelligences that debate, dissent, and decide — with cryptographic proof of every step.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50+ agent presets (CFO, CISO, Risk, Strategy, Legal) deliberate on your data. You get a boardroom debate, not a chatbot answer.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Every decision, vote, dissent — hashed, timestamped, exportable. When the auditor says "prove it," hand them this.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CENDIAGATEWAY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Gateway Capabilities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Route all AI requests through governance layer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Automatic policy gates on AI interactions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Govern AI usage across all browsers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9" name="Picture 8" descr="06-gateway-dashbo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USE CASES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Gateway Use Cases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Shadow AI prevention — Monitor and govern all AI usage across the organization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Data loss prevention — Prevent sensitive data from reaching external AI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Usage analytics — Track AI adoption, costs, and patterns across teams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Policy enforcement — Automatic compliance gates on AI interactions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Audit trail — Complete log of every AI interaction for compliance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DESIGN PARTNER BENEFITS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Partner Early?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Direct influence on product roadmap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Priority support and dedicated engineering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Preferred pricing locked at design partner rates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Co-marketing — joint case studies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Early access to new features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90-day pilot at reduced rate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Weekly syncs with engineering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Feature input on quarterly roadmap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METRICS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73152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Endpoints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52044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352044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70332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Connectors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30936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30936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26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649224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Languages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909828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909828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928116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CendiaGateway Design Partnership — Datacendia</dc:title>
  <dc:subject>PptxGenJS Presentation</dc:subject>
  <dc:creator>Datacendia</dc:creator>
  <cp:lastModifiedBy>Datacendia</cp:lastModifiedBy>
  <cp:revision>1</cp:revision>
  <dcterms:created xsi:type="dcterms:W3CDTF">2026-03-17T14:12:20Z</dcterms:created>
  <dcterms:modified xsi:type="dcterms:W3CDTF">2026-03-17T14:12:20Z</dcterms:modified>
</cp:coreProperties>
</file>