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CendiaGateway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governance proxy — control, audit, and monitor all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AI interaction in your organization should be logged, governed, and auditable. CendiaGateway makes this automatic."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CENDIAGATEWAY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Route all AI requests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policy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 AI usage across all browsers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AI prevention — Monitor and govern all AI usage across the organization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loss prevention — Prevent sensitive data from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AI adoption, costs, and patterns across teams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trail — Complete log of every AI interaction for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CendiaGateway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