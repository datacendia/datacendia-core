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CendiaGateway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governance proxy — control, audit, and monitor all AI interactions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"Every AI interaction in your organization should be logged, governed, and auditable. CendiaGateway makes this automatic."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CENDIAGATEWAY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Gateway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Route all AI requests through governance layer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policy gates on AI interactions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 AI usage across all browsers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Gateway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Shadow AI prevention — Monitor and govern all AI usage across the organization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loss prevention — Prevent sensitive data from reaching external AI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Usage analytics — Track AI adoption, costs, and patterns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enforcement — Automatic compliance gates on AI interactions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 trail — Complete log of every AI interaction for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CendiaGateway Design Partnership — Datacendia</dc:title>
  <dc:subject>PptxGenJS Presentation</dc:subject>
  <dc:creator>Datacendia</dc:creator>
  <cp:lastModifiedBy>Datacendia</cp:lastModifiedBy>
  <cp:revision>1</cp:revision>
  <dcterms:created xsi:type="dcterms:W3CDTF">2026-03-17T13:28:47Z</dcterms:created>
  <dcterms:modified xsi:type="dcterms:W3CDTF">2026-03-17T13:28:47Z</dcterms:modified>
</cp:coreProperties>
</file>