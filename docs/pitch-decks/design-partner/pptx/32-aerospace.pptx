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Aerospace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"Aerospace AI has no accountability layer. Clinical decisions need explainable, auditable AI — with patient safety as the prime directive."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Aerospace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