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 and capital markets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"When regulators ask how your AI made a credit decision, you need more than log files. You need a cryptographic evidence packet."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absorption — Map new regulations to P&amp;L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