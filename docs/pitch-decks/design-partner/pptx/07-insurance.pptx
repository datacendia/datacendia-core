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Insurance Industry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Underwriting, claims, and risk assessment with auditable AI decisions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"Every underwriting decision needs a paper trail. Every claim denial needs documented reasoning. AI without evidence is a liability."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INSURANCE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Helps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Risk assessment, pricing, policy terms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Claims evaluation, fraud detection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Statistical modeling, loss projection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Design Partner Scenarios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Underwriting decision support — Multi-agent risk assessment with documented rationale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Claims adjudication review — Evidence-based claim evaluation with audit trail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Fraud detection review — AI-flagged cases with full decision lineage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compliance — State-by-state insurance regulation compliance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Catastrophe modeling — Multi-scenario impact assessment with dissent tracking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Insurance Industry Design Partnership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