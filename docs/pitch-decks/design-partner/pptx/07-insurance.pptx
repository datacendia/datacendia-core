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Insurance Industry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underwriting decision needs a paper trail. Every claim denial needs documented reasoning. AI without evidence is a liability."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INSURANCE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pricing, policy terms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evaluation, fraud detection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Statistical modeling, loss projection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decision support — Multi-agent risk assessment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adjudication review — Evidence-based claim evaluation with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review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insurance regulation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 with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Industry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