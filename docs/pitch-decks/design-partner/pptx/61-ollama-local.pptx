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Ollama / Local LLM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"Ollama / Local LLM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Ollama / Local LLM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