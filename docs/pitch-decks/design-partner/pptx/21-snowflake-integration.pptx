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 on your Snowflake data warehouse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data warehouse holds your analytical truth. Datacendia queries Snowflake directly — no additional copies or ETL."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SNOWFLAKE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warehouse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Unified analysis across Snowflake schemas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Temporal analysis with trend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Business intelligence augmentation — AI-powered analysis on top of existing BI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360 analysis — Multi-perspective customer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analytics — Real-time operational decision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reporting review — Multi-agent analysis of financial data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 assessment — Automated data quality analysis with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