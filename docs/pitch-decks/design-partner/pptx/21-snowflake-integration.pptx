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8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8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8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Snowflake Integration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intelligence on your Snowflake data warehouse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"Your data warehouse holds your analytical truth. Datacendia queries Snowflake directly — no additional copies or ETL."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SNOWFLAKE INTEGRATION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Snowflake Capabilities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analysis of warehouse data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Unified analysis across Snowflake schemas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Temporal analysis with trend detection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Snowflake Use Cases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Business intelligence augmentation — AI-powered analysis on top of existing BI data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Customer 360 analysis — Multi-perspective customer intelligence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Operational analytics — Real-time operational decision support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Financial reporting review — Multi-agent analysis of financial data with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quality assessment — Automated data quality analysis with recommendations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Snowflake Integration Design Partnership — Datacendia</dc:title>
  <dc:subject>PptxGenJS Presentation</dc:subject>
  <dc:creator>Datacendia</dc:creator>
  <cp:lastModifiedBy>Datacendia</cp:lastModifiedBy>
  <cp:revision>1</cp:revision>
  <dcterms:created xsi:type="dcterms:W3CDTF">2026-03-17T14:12:20Z</dcterms:created>
  <dcterms:modified xsi:type="dcterms:W3CDTF">2026-03-17T14:12:20Z</dcterms:modified>
</cp:coreProperties>
</file>