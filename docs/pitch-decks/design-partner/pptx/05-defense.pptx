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-8-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-9-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Defense Contractor Design Partnership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Air-gapped, ITAR-compliant AI for classified environments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9" name="Picture 8" descr="04-dcii-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"Defense decisions cannot live on someone else's cloud. Sovereign deployment is not optional — it is mission-critical."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8" name="Picture 7" descr="31-sovereig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Crisis Immunization Infrastructure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DEFENSE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Helps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Export control and classified data handling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Multi-source intelligence fusion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Operational scenario analysis and red-teaming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USE CASES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Design Partner Scenarios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Intelligence analysis — Multi-source fusion with full audit trail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Acquisition due diligence — ITAR-compliant contractor evaluation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Operational planning — Scenario analysis with adversarial red-teaming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CMMC compliance — Automated evidence for NIST 800-171 controls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Supply chain risk — Defense supply chain analysis with evidence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DESIGN PARTNER BENEFITS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Partner Early?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Direct influence on product roadmap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Priority support and dedicated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Preferred pricing locked at design partner rates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Co-marketing — joint case studies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Early access to new features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90-day pilot at reduced rate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Weekly syncs with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Feature input on quarterly 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Endpoints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Connectors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Defense Contractor Design Partnership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