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IT &amp; Technology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decisions, security posture, and operational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"Technology decisions cascade through the entire organization. Multi-agent deliberation ensures every perspective is heard before committing."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IT OPERATIONS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decisions, digital transformation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posture, vulnerability assessment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quality, lineage, governance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IT Operations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decision records — Multi-agent evaluation with documented tradeoffs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posture assessment — Continuous monitoring with evidence generation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selection — Structured evaluation with financial, technical, and risk perspectives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post-mortem — Multi-perspective analysis with complete timeline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Migration planning — Risk assessment for cloud, data center, or platform migrations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&amp; Technology Design Partnership — Datacendia</dc:title>
  <dc:subject>PptxGenJS Presentation</dc:subject>
  <dc:creator>Datacendia</dc:creator>
  <cp:lastModifiedBy>Datacendia</cp:lastModifiedBy>
  <cp:revision>1</cp:revision>
  <dcterms:created xsi:type="dcterms:W3CDTF">2026-03-17T13:28:47Z</dcterms:created>
  <dcterms:modified xsi:type="dcterms:W3CDTF">2026-03-17T13:28:47Z</dcterms:modified>
</cp:coreProperties>
</file>