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Government Agency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AI for public sector decision-making and transparency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"Government decisions affect millions. Every recommendation should be explainable, auditable, and replayable — with cryptographic proof."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GOVERNMENT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Helps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impact, cost-benefit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FedRAMP, NIST, FISMA compliance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Acquisition analysis, vendor assessment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Design Partner Scenarios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Policy impact analysis — Multi-agent assessment of regulatory changes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Procurement decision support — Vendor evaluation with documented rationale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Compliance verification — NIST 800-53, FISMA, FedRAMP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Inter-agency coordination — Multi-stakeholder deliberation with audit trail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Budget allocation — Evidence-based resource planning with dissent tracking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Government Agency Design Partnership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