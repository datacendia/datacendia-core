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8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Operations Leaders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efficiency, supply chain, and workflow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"Operational decisions have second and third-order consequences. CendiaCascade maps the butterfly effects before you commit."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Workflow optimization, resource allocation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dependencies, logistics optimization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metrics, process improvement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27-workflow-builder-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Operations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assessment — Multi-tier vendor analysis with contingency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efficiency review — Multi-agent analysis of process bottlenecks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Capacity planning — Resource allocation with scenario modeling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Quality improvement — Root cause analysis with multi-perspective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consolidation — Cost-benefit analysis with risk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Leaders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