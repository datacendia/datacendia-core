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Scenario &amp; Wargaming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Strategic wargaming — simulate consequences before committing resources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"Don't just predict the future. Navigate it. Simulate the consequences of your decisions before you commit resources."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SCENARIO WARGAMING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Wargaming Capabilities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Conflict before Consensus — structured adversarial debate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Butterfly Effect Engine — second and third-order consequences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Divergent futures — simulate multiple paths simultaneously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Wargaming Use Cases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Competitive scenario planning — Simulate competitor responses to your strategies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Crisis simulation — War-game crisis scenarios with multi-agent response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Market disruption modeling — Predict cascading effects of market changes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Geopolitical risk — Scenario planning for international operations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impact — Model effects of proposed regulations across your business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Scenario &amp; Wargaming Design Partnership — Datacendia</dc:title>
  <dc:subject>PptxGenJS Presentation</dc:subject>
  <dc:creator>Datacendia</dc:creator>
  <cp:lastModifiedBy>Datacendia</cp:lastModifiedBy>
  <cp:revision>1</cp:revision>
  <dcterms:created xsi:type="dcterms:W3CDTF">2026-03-17T14:12:20Z</dcterms:created>
  <dcterms:modified xsi:type="dcterms:W3CDTF">2026-03-17T14:12:20Z</dcterms:modified>
</cp:coreProperties>
</file>