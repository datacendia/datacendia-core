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Scenario &amp; Wargaming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wargaming — simulate consequences before committing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"Don't just predict the future. Navigate it. Simulate the consequences of your decisions before you commit resources."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SCENARIO WARGAMING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Conflict before Consensus — structured adversarial debate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Butterfly Effect Engine — second and third-order consequences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Divergent futures — simulate multiple paths simultaneously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scenario planning — Simulate competitor responses to your strategies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simulation — War-game crisis scenarios with multi-agent response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disruption modeling — Predict cascading effects of market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Geopolitical risk — Scenario planning for international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effects of proposed regulations across your business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&amp; Wargaming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