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DCII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proof infrastructure — Truth, Notary, Witness, Timestamp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"Every decision, every vote, every dissent — hashed, timestamped, and exportable. When the auditor says "prove it," hand them this."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DCII PROOF INFRASTRUCTURE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DCII Components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Immutable evidence ledger with cryptographic signatures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Customer-owned key signing via KMS/HSM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Independent verification without trusting Datacendia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DCII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evidence — One-click export of complete audit evidence packets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Legal discovery — Cryptographically verified decision records for litigation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Compliance audit — Control mapping with automated evidence collection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verification — Independent replay and verification of past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Non-repudiation — TPM-signed accountability records for executive decisions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DCII Design Partnership — Datacendia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