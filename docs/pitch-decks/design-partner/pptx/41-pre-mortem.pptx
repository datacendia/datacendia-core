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Pre-Mortem Analysis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Collaborative pilot for Pre-Mortem Analysis with replayable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"Pre-Mortem Analysis reveals whether an AI workflow is governed or merely automated. High-stakes teams need challenge, evidence, and replay before rollout."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Pre-Mortem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Pre-Mortem Analysis workflows with full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Human-in-the-loop approvals and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decision packets for audit, security, and leadership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Pre-Mortem Analysis pilot using live scenarios and approval chains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Exception handling and escalation design with traceable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packet exports for board, regulator, or customer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review with replay for every material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Roadmap feedback folded directly into product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