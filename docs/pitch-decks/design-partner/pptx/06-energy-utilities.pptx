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&amp; Utilities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AI with sovereign deployment for power and water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"Critical infrastructure AI must run on isolated networks. When the grid is at stake, cloud AI is not an option."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ENERGY &amp; UTILITIES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operations, load balancing, reliability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CIP, safety compliance,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compliance, emissions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reliability assessment — Multi-agent analysis of infrastructure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 compliance — Automated evidence for critical infrastructure standards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planning — Investment analysis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 — Emissions tracking with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Outage response — Crisis deliberation with rapid decision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&amp; Utilities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