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Board Decision Reporting Design Partnership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decision support with HIPAA-compliant audit trails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10058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</a:rPr>
              <a:t>"Board Decision Reporting AI has no accountability layer. Clinical decisions need explainable, auditable AI — with patient safety as the prime directive."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4114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— The Datacendia Manifesto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Crisis Immunization Infrastructure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Board Decision Reporting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Helps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systems integration and health informatics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Safety metrics, adverse event prevention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HIPAA, FDA, CMS regulatory compliance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USE CASES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Design Partner Scenarios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protocol review — Multi-agent evaluation against safety, regulatory, and financial criteria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Hospital M&amp;A due diligence — Clinical outcomes, compliance, financial health analysis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Regulatory change impact — CMS/FDA guidance mapped across operations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Patient safety incident review — Full decision replay with evidence preservation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Value-based care optimization — Balance quality, outcomes, and financial sustainability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DESIGN PARTNER BENEFITS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Partner Early?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Direct influence on product roadmap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Priority support and dedicated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Preferred pricing locked at design partner rates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Co-marketing — joint case studies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Early access to new features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90-day pilot at reduced rate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Weekly syncs with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Feature input on quarterly roadmap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METRICS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Endpoints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Connectors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26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Languages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Healthcare Design Partnership — Datacendia</dc:title>
  <dc:subject>PptxGenJS Presentation</dc:subject>
  <dc:creator>Datacendia</dc:creator>
  <cp:lastModifiedBy>Datacendia</cp:lastModifiedBy>
  <cp:revision>1</cp:revision>
  <dcterms:created xsi:type="dcterms:W3CDTF">2026-03-17T14:12:19Z</dcterms:created>
  <dcterms:modified xsi:type="dcterms:W3CDTF">2026-03-17T14:12:19Z</dcterms:modified>
</cp:coreProperties>
</file>