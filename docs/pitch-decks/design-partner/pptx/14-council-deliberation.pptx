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Deliberation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AI deliberation — structured debate, dissent, and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deliberating with structured dissent and adversarial challenge."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CFO, CISO, CTO, Risk, Legal, Red Team, and more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War Room, Due Diligence, Crisis, Innovation Lab,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Protected disagreement logged and tracked to outcome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documents,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Council Deliberation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