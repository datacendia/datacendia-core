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Council Deliberation Design Partnership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Multi-agent AI deliberation — structured debate, dissent, and decision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Decision Crisis Immunization Infrastructure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914400" y="1828800"/>
            <a:ext cx="100584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i="1" dirty="0">
                <a:solidFill>
                  <a:srgbClr val="FFFFFF"/>
                </a:solidFill>
              </a:rPr>
              <a:t>"You don't get a chatbot answer. You get a boardroom debate. 50+ specialized agent presets deliberating with structured dissent and adversarial challenge."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914400" y="41148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— The Datacendia Manifesto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WHAT WE BUILD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Decision Crisis Immunization Infrastructure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Multi-agent deliberation — 50+ specialized agent presets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Cryptographic audit trail — immutable evidence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Zero-copy architecture — data never leaves your DB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Sovereign deployment — air-gapped to cloud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Not a chatbot. A system of specialized intelligences that debate, dissent, and decide — with cryptographic proof of every step.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50+ agent presets (CFO, CISO, Risk, Strategy, Legal) deliberate on your data. You get a boardroom debate, not a chatbot answer.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Every decision, vote, dissent — hashed, timestamped, exportable. When the auditor says "prove it," hand them this.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COUNCIL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Council Capabilities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CFO, CISO, CTO, Risk, Legal, Red Team, and more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War Room, Due Diligence, Crisis, Innovation Lab, etc.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Protected disagreement logged and tracked to outcome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USE CASES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Council Use Cases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M&amp;A due diligence — Ingest documents, simulate regulatory blocks, synthesize risk-adjusted price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Supply chain shock — Map dependencies, flag disruptions, stress-test alternatives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Regulatory change — Absorb regulation, map impact, generate compliance evidence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Crisis response — Rapid multi-domain assessment with action plan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Investment committee — Financial modeling with risk assessment and dissent tracking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DESIGN PARTNER BENEFITS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Why Partner Early?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Direct influence on product roadmap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Priority support and dedicated engineering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Preferred pricing locked at design partner rates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Co-marketing — joint case studies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Early access to new features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90-day pilot at reduced rate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Weekly syncs with engineering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Feature input on quarterly roadmap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METRICS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73152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Endpoints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52044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</p:sp>
      <p:sp>
        <p:nvSpPr>
          <p:cNvPr id="9" name="Text 7"/>
          <p:cNvSpPr/>
          <p:nvPr/>
        </p:nvSpPr>
        <p:spPr>
          <a:xfrm>
            <a:off x="352044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70332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Connectors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30936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</p:sp>
      <p:sp>
        <p:nvSpPr>
          <p:cNvPr id="12" name="Text 10"/>
          <p:cNvSpPr/>
          <p:nvPr/>
        </p:nvSpPr>
        <p:spPr>
          <a:xfrm>
            <a:off x="630936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26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649224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Languages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909828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</p:sp>
      <p:sp>
        <p:nvSpPr>
          <p:cNvPr id="15" name="Text 13"/>
          <p:cNvSpPr/>
          <p:nvPr/>
        </p:nvSpPr>
        <p:spPr>
          <a:xfrm>
            <a:off x="909828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928116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pic>
        <p:nvPicPr>
          <p:cNvPr id="7" name="Image 0" descr="C:\Users\User\datacendia-core\docs\pitch-decks\screenshots\02-council-deliberat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ellipse">
            <a:avLst/>
          </a:prstGeom>
        </p:spPr>
      </p:pic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pic>
        <p:nvPicPr>
          <p:cNvPr id="7" name="Image 0" descr="C:\Users\User\datacendia-core\docs\pitch-decks\screenshots\05-decision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ellipse">
            <a:avLst/>
          </a:prstGeom>
        </p:spPr>
      </p:pic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Council Deliberation Design Partnership — Datacendia</dc:title>
  <dc:subject>PptxGenJS Presentation</dc:subject>
  <dc:creator>Datacendia</dc:creator>
  <cp:lastModifiedBy>Datacendia</cp:lastModifiedBy>
  <cp:revision>1</cp:revision>
  <dcterms:created xsi:type="dcterms:W3CDTF">2026-03-17T13:28:47Z</dcterms:created>
  <dcterms:modified xsi:type="dcterms:W3CDTF">2026-03-17T13:28:47Z</dcterms:modified>
</cp:coreProperties>
</file>