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CendiaChronos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Scenario simulation — divergent futures before you commit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"Most BI tools show a flat line. CendiaChronos shows divergent futures. Simulate the consequences of your decisions before you commit."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CENDIACHRONOS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Chronos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Simulate multiple decision paths simultaneously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Probability-weighted outcome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Identify which variables have the most impact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Simulation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scenario modeling — Multiple investment paths with probability-weighted outcomes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entry analysis — Simulate competitive responses and market dynamics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 — Model the cascading effects of regulatory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scenario planning — War-game crisis scenarios before they happen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allocation — Optimize resource allocation across scenarios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CendiaChronos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