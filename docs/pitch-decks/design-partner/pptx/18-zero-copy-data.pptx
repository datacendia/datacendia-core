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Data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Query in place — your data never leaves your database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"Most AI platforms require data copies, ETL pipelines, and data warehouses. We query your data in place. Zero copies. True sovereignty."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ZERO-COPY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PostgreSQL, MySQL, SQL Server, Oracle, MongoDB, DB2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connections, no data movement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Production-ready database and API connectors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Regulated data analysis — Analyze PHI/PII without moving it outside controlled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Cross-database intelligence — Query across multiple databases without centralization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analysis — No ETL lag, query current data directly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compliance — Meet residency requirements by keeping data in place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Multi-cloud analysis — Query data across cloud providers without copying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Zero-Copy Data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