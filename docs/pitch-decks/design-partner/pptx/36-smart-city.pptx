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Smart City / Municipal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Smart City / Municipal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"Smart City / Municipal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Smart City / Municipal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Smart City / Municipal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Smart City / Municipal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