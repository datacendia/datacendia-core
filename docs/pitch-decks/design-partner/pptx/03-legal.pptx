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-8-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-8-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Legal &amp; Law Firms Design Partnership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Contract analysis, compliance, and litigation support with AI audit trails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9" name="Picture 8" descr="04-dcii-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914400" y="1828800"/>
            <a:ext cx="100584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FFFFFF"/>
                </a:solidFill>
              </a:rPr>
              <a:t>"Every legal recommendation should come with a complete reasoning chain — who analyzed what, what was considered, and what was deliberately excluded."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14400" y="41148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— The Datacendia Manifesto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WE BUILD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Crisis Immunization Infrastructure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— 50+ specialized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audit trail — immutable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DB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air-gapped to cloud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a chatbot. A system of specialized intelligences that debate, dissent, and decide — with cryptographic proof of every step.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presets (CFO, CISO, Risk, Strategy, Legal) deliberate on your data. You get a boardroom debate, not a chatbot answer.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decision, vote, dissent — hashed, timestamped, exportable. When the auditor says "prove it," hand them this.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LEGAL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Helps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Legal risks, contracts, regulatory compliance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Regulatory analysis across jurisdictions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Litigation risk, exposure assessment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USE CASES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Design Partner Scenarios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Contract analysis — Multi-agent review of terms, risks, obligations, and precedent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Regulatory compliance assessment — Cross-jurisdiction analysis with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Litigation risk evaluation — Multi-perspective assessment with dissent tracking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M&amp;A legal due diligence — IP, labor, environmental, and antitrust review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Policy drafting — Agent-assisted policy creation with regulatory alignment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DESIGN PARTNER BENEFITS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Partner Early?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Direct influence on product roadmap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Priority support and dedicated engineering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Preferred pricing locked at design partner rates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Co-marketing — joint case studies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Early access to new features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90-day pilot at reduced rate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Weekly syncs with engineering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Feature input on quarterly roadmap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METRICS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Endpoints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Connectors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26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Languages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Legal &amp; Law Firms Design Partnership — Datacendia</dc:title>
  <dc:subject>PptxGenJS Presentation</dc:subject>
  <dc:creator>Datacendia</dc:creator>
  <cp:lastModifiedBy>Datacendia</cp:lastModifiedBy>
  <cp:revision>1</cp:revision>
  <dcterms:created xsi:type="dcterms:W3CDTF">2026-03-17T14:12:19Z</dcterms:created>
  <dcterms:modified xsi:type="dcterms:W3CDTF">2026-03-17T14:12:19Z</dcterms:modified>
</cp:coreProperties>
</file>