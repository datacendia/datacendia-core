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&amp; Law Firms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analysis, compliance, and litigation support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legal recommendation should come with a complete reasoning chain — who analyzed what, what was considered, and what was deliberately excluded."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LEGAL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risks, contracts,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analysis across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risk, exposure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 — Multi-agent review of terms, risks, obligations, and precedent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assessment — Cross-jurisdiction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 evaluation — Multi-perspective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legal due diligence — IP, labor, environmental, and antitrust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drafting — Agent-assisted policy creation with regulatory alignment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&amp; Law Firms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