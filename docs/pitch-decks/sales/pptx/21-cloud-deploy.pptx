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Cloud Deployment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Full SaaS — fastest time to value, fully managed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CLOUD DEPLOYMENT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Hours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Time to First Value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99.99%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SLA Uptime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Full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Managed Infrastructure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SOC 2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Security Controls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enterprise AI but don't want infrastructure overhead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Want fastest possible time to value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IT team focused on core business, not managing AI platforms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automatic updates and security patches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Want predictable costs with no surprise infrastructure bills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immediate availability across global teams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Fully managed — We handle infrastructure, updates, security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Hours to deploy — Connect data sources and start deliberating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scaling — Handle peak loads without capacity planning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Global availability — Low-latency access worldwide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Continuous updates — New features and security patches automatically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Predictable pricing — Annual license, no infrastructure surprises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Cloud Deployment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