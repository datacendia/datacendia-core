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Datacendia Cloud Deployment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Full SaaS — fastest time to value, fully managed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Decision Crisis Immunization Infrastructure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CLOUD DEPLOYMENT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73152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Hours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Time to First Value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52044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352044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99.99%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70332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SLA Uptime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30936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30936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Full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649224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Managed Infrastructure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909828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909828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SOC 2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928116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Security Controls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What You're Facing Today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Need enterprise AI but don't want infrastructure overhead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Want fastest possible time to value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IT team focused on core business, not managing AI platforms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Need automatic updates and security patches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Want predictable costs with no surprise infrastructure bills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Need immediate availability across global teams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WHAT WE BUILD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Decision Crisis Immunization Infrastructure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Multi-agent deliberation — 50+ specialized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Cryptographic audit trail — immutable evidence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Zero-copy architecture — data never leaves your DB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Sovereign deployment — air-gapped to cloud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Not a chatbot. A system of specialized intelligences that debate, dissent, and decide — with cryptographic proof of every step.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50+ agent presets (CFO, CISO, Risk, Strategy, Legal) deliberate on your data. You get a boardroom debate, not a chatbot answer.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Every decision, vote, dissent — hashed, timestamped, exportable. When the auditor says "prove it," hand them this.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YOUR SOLUTION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How Datacendia Solves This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Fully managed — We handle infrastructure, updates, security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Hours to deploy — Connect data sources and start deliberating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Automatic scaling — Handle peak loads without capacity planning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Global availability — Low-latency access worldwide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Continuous updates — New features and security patches automatically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Predictable pricing — Annual license, no infrastructure surprises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PRICING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Transparent, Procurement-Ready Pricing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C:\Users\User\datacendia-core\docs\pitch-decks\screenshots\02-council-delibera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C:\Users\User\datacendia-core\docs\pitch-decks\screenshots\05-decision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Cloud Deployment — Datacendia</dc:title>
  <dc:subject>PptxGenJS Presentation</dc:subject>
  <dc:creator>Datacendia</dc:creator>
  <cp:lastModifiedBy>Datacendia</cp:lastModifiedBy>
  <cp:revision>1</cp:revision>
  <dcterms:created xsi:type="dcterms:W3CDTF">2026-03-17T13:51:15Z</dcterms:created>
  <dcterms:modified xsi:type="dcterms:W3CDTF">2026-03-17T13:51:15Z</dcterms:modified>
</cp:coreProperties>
</file>