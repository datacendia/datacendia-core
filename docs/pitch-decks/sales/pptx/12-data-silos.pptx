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Eliminate Data Silos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query everywhere without moving anything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SILO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Production Connectors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ETL Pipelines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Copies Created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Minutes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Time to First Insight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scattered across PostgreSQL, MySQL, Oracle, MongoDB, Salesforce, SAP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ETL pipelines breaking, stale, or months behind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warehouse projects over budget and over time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get unified view without massive data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department has its own data silo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movement creates compliance and security risks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Query data in place, never move 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production connectors — PostgreSQL, MySQL, Oracle, MongoDB, Salesforce, SAP, Snowflake, etc.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Read-only connections — Never modify source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ETL required — Direct queries, no pipeline maintenance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Cross-database analysis — Unified intelligence without centralization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Compliance-safe — Data stays in controlled environments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Eliminate Data Silos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