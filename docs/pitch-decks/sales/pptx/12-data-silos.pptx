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Data Silos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everywhere without moving anything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SILO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Production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ETL Pipelines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Created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Minutes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Insight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PostgreSQL, MySQL, Oracle, MongoDB, Salesforce, SAP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ETL pipelines breaking, stale, or months behind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warehouse projects over budget and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get unified view without massive data integration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department has its own data silo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movement creates compliance and security risks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data in place, never move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production connectors — PostgreSQL, MySQL, Oracle, MongoDB, Salesforce, SAP, Snowflake,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source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required — Direct queries, no pipeline maintenance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analysis — Unified intelligence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Compliance-safe — Data stays in controlled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Data Silos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