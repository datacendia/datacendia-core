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Always Audit-Ready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evidence packets — never scramble for an audit again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AUDIT BURDEN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1,200+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Hours/Year Manual Evidence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$340K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Avg Audit Preparation Cost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6 weeks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Avg Audit Prep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 click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Datacendia Evidence Export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 evidence scattered across emails, spreadsheets, and shared drives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Manual evidence collection takes weeks for each audit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prove who made which decision and why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timestamp verification on decision records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inconsistencies between departments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Audit findings increasing year over year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Automatic evidence — Generated as decisions are made, not retroactively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timestamps — Tamper-evident time attestation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export — Complete evidence packet in PDF + JSON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Customer-owned signatures — Ed25519/RSA-PSS via your KMS/HSM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Control mapping — Evidence mapped to SOC 2, ISO 27001, NIST controls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Independent verification — CendiaWitness™ verifies without trusting 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Always Audit-Ready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