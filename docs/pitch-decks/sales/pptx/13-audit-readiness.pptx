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Always Audit-Ready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evidence packets — never scramble for an audit again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AUDIT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$340K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Preparation Cost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 weeks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 click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Datacendia Evidence Export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evidence scattered across emails, spreadsheets, and shared drives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 takes weeks for each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prove who made which decision and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timestamp verification on decision records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inconsistencies between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findings increasing year over year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Generated as decisions are made, not retroactively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timestamps — Tamper-evident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Complete evidence packet in PDF + JSON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signatures — Ed25519/RSA-PSS via your KMS/HSM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Evidence mapped to SOC 2, ISO 27001, NIST controls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Independent verification — CendiaWitness™ verifies without trusting 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Always Audit-Ready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