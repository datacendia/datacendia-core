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-7-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Always Audit-Ready with Datacendia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One-click evidence packets — never scramble for an audit again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9" name="Picture 8" descr="04-dcii-dashbo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AUDIT BURDEN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73152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1,200+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Hours/Year Manual Evidence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52044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352044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$340K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70332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Avg Audit Preparation Cost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30936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30936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6 weeks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649224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Avg Audit Prep Time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909828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909828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 click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928116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Datacendia Evidence Export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What You're Facing Today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Audit evidence scattered across emails, spreadsheets, and shared drives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Manual evidence collection takes weeks for each audit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Cannot prove who made which decision and why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No timestamp verification on decision records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Evidence inconsistencies between departments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Audit findings increasing year over year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WHAT WE BUILD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Decision Crisis Immunization Infrastructure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Multi-agent deliberation — 50+ specialized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Cryptographic audit trail — immutable evidence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Zero-copy architecture — data never leaves your DB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Sovereign deployment — air-gapped to cloud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Not a chatbot. A system of specialized intelligences that debate, dissent, and decide — with cryptographic proof of every step.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50+ agent presets (CFO, CISO, Risk, Strategy, Legal) deliberate on your data. You get a boardroom debate, not a chatbot answer.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Every decision, vote, dissent — hashed, timestamped, exportable. When the auditor says "prove it," hand them this.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YOUR SOLUTION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Automatic evidence — Generated as decisions are made, not retroactively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Cryptographic timestamps — Tamper-evident time attestation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One-click export — Complete evidence packet in PDF + JSON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Customer-owned signatures — Ed25519/RSA-PSS via your KMS/HSM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Control mapping — Evidence mapped to SOC 2, ISO 27001, NIST controls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Independent verification — CendiaWitness™ verifies without trusting us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9" name="Picture 8" descr="07-graph-explor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PRICING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Transparent, Procurement-Ready Pricing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Always Audit-Ready with Datacendia — Datacendia</dc:title>
  <dc:subject>PptxGenJS Presentation</dc:subject>
  <dc:creator>Datacendia</dc:creator>
  <cp:lastModifiedBy>Datacendia</cp:lastModifiedBy>
  <cp:revision>1</cp:revision>
  <dcterms:created xsi:type="dcterms:W3CDTF">2026-03-17T14:12:19Z</dcterms:created>
  <dcterms:modified xsi:type="dcterms:W3CDTF">2026-03-17T14:12:19Z</dcterms:modified>
</cp:coreProperties>
</file>