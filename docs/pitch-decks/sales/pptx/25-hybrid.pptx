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Hybrid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Mix deployment modes — cloud for some, on-prem for sensitive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HYBRID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Available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Mix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Cloud + On-Prem + Air-Gap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Unified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Single Management Plane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Flexible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Scale Per Department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Different departments have different security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Some data can be in cloud, other data must stay on-prem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Acquisitions bring mixed infrastructure environments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Regulations vary by geography and business unit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unified intelligence across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to start in cloud and migrate sensitive workloads on-prem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Mixed deployment — Cloud, private cloud, on-prem, air-gapped per department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Unified management — Single pane of glass across all deployments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Gradual migration — Start cloud, move sensitive workloads on-prem over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Per-department control — Different security postures per business unit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Consistent experience — Same interface and features regardless of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Flexible scaling — Scale each deployment independently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Hybrid Deployment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