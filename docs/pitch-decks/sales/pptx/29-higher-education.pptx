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Higher Education Enterprises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Enterprise-scale decision intelligence with sovereign deployment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Entry — 90 Days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$500K+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Enterprise Annual License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Users Per Deployment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99.99%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SLA Uptime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Decision-making fragmented across dozens of tools and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unified audit trail for AI-assisted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Act exposure with current cloud AI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compliance evidence is manual and fragmented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way to replay or verify past AI recommendations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Board and regulators demanding AI accountability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Council — Unified decision intelligence across all domains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evidence — Immutable audit trail for every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Private cloud or on-prem, no CLOUD Act exposure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One-click compliance — Automated evidence for SOC 2, ISO 27001, GDPR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replay — Reproduce and verify any past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Fortune 500 Enterprises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