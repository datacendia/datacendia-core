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Trust in AI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Explainable, auditable, replayable AI — not a black box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TRUST DEFICIT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Explainability Required for High-Risk AI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Dissent Tracking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Accountability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are a black box — no one knows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demanding AI governance and accountability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don't trust AI-generated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explain AI decisions to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replay past AI recommendations to verify correctness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outputs inconsistent and unexplainable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See every agent's reasoning, not just the answer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Dissent tracking — Know who disagreed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any past decision identically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Complete reasoning chain for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— Red Team agent attacks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— Tamper-evident evidence ledger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Trust in AI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