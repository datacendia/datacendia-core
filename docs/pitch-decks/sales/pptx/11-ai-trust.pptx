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Build Trust in AI with Datacendia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Explainable, auditable, replayable AI — not a black box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TRUST DEFICIT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EU AI Act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Explainability Required for High-Risk AI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Dissent Tracking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€35M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Max EU AI Act Penalty (Art. 99)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Competitors w/ Full Accountability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recommendations are a black box — no one knows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 demanding AI governance and accountability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Employees don't trust AI-generated recommendations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way to explain AI decisions to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Cannot replay past AI recommendations to verify correctness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outputs inconsistent and unexplainable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See every agent's reasoning, not just the answer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Dissent tracking — Know who disagreed and why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replay — Reproduce any past decision identically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Evidence packets — Complete reasoning chain for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Adversarial challenge — Red Team agent attacks every recommendation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proof — Tamper-evident evidence ledger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2-council-delibera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C:\Users\User\datacendia-core\docs\pitch-decks\screenshots\05-decisio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ellipse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Build Trust in AI with Datacendia — Datacendia</dc:title>
  <dc:subject>PptxGenJS Presentation</dc:subject>
  <dc:creator>Datacendia</dc:creator>
  <cp:lastModifiedBy>Datacendia</cp:lastModifiedBy>
  <cp:revision>1</cp:revision>
  <dcterms:created xsi:type="dcterms:W3CDTF">2026-03-17T13:28:46Z</dcterms:created>
  <dcterms:modified xsi:type="dcterms:W3CDTF">2026-03-17T13:28:46Z</dcterms:modified>
</cp:coreProperties>
</file>