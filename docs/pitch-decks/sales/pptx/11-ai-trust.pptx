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7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7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Build Trust in AI with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Explainable, auditable, replayable AI — not a black box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TRUST DEFICIT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Explainability Required for High-Risk 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Dissent Tracking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€35M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Max EU AI Act Penalty (Art. 99)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Full Accountability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9" name="Picture 18" descr="25-dis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recommendations are a black box — no one knows why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demanding AI governance and accountability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Employees don't trust AI-generated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explain AI decisions to regulators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Cannot replay past AI recommendations to verify correctness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outputs inconsistent and unexplainable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See every agent's reasoning, not just the answer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Dissent tracking — Know who disagreed and why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any past decision identically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packets — Complete reasoning chain for every recommendation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 — Red Team agent attacks every recommendation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proof — Tamper-evident evidence ledger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Trust in AI with Datacendia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