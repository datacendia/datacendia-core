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vs. Cloud AI (ChatGPT/Azure/Bedrock)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Cloud AI (ChatGPT/Azure/Bedrock) isn't enough for enterprise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CAPABILITY COMPARISON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Cloud AI (ChatGPT/Azure/Bedrock) vs.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CLOUD AI (CHATGPT/AZURE/BEDROCK) DOES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Their Approach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Single-model AI responses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General-purpose chatbot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Cloud-only deployment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Vendor-managed infrastructure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Prompt-based interaction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structured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Domain-specific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4 deployment modes including air-gapped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AI Agent Presets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strategic synthesis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financial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operational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security &amp; compliance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market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technology intelligence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vs. Cloud AI (ChatGPT/Azure/Bedrock) — Datacendia</dc:title>
  <dc:subject>PptxGenJS Presentation</dc:subject>
  <dc:creator>Datacendia</dc:creator>
  <cp:lastModifiedBy>Datacendia</cp:lastModifiedBy>
  <cp:revision>1</cp:revision>
  <dcterms:created xsi:type="dcterms:W3CDTF">2026-03-17T13:28:46Z</dcterms:created>
  <dcterms:modified xsi:type="dcterms:W3CDTF">2026-03-17T13:28:46Z</dcterms:modified>
</cp:coreProperties>
</file>