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Cloud AI (ChatGPT/Azure/Bedrock)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Cloud AI (ChatGPT/Azure/Bedrock)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(ChatGPT/Azure/Bedrock)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CLOUD AI (CHATGPT/AZURE/BEDROCK)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chatbot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Vendor-managed infrastructure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Domain-specific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Cloud AI (ChatGPT/Azure/Bedrock)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