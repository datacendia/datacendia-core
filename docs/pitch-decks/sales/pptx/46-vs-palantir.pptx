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vs Palantir Enterprises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Enterprise-scale decision intelligence with sovereign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— 90 Days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Per Deployment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Decision-making fragmented across dozens of tools and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unified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current cloud AI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evidence is manual and fragmented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or verify past AI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and regulators demanding AI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— Unified decision intelligence across all domains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— Immutable audit trail for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Private cloud or on-prem, no 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compliance — Automated evidence for SOC 2, ISO 27001, GDPR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and verify any past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Fortune 500 Enterprises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