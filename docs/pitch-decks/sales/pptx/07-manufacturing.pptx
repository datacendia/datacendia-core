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Manufacturing &amp; Supply Chain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intelligence, vendor risk, and supply chain resilience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Oversight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6-18mo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Disruption Recovery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Tools w/ Supply Chain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decisions without documented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lacking structured evaluation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issues without root cause traceability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decisions without multi-perspective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without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gaps across multi-site operations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evaluation — Structured assessment with documented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analysis — Root cause identification with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CapEx planning — Multi-agent investment analysis with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optimization — Capacity planning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compliance — Unified evidence across facilities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Manufacturing &amp; Supply Chain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