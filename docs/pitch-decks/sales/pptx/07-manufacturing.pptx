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Manufacturing &amp; Supply Chain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intelligence, vendor risk, and supply chain resilience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Industrial AI Oversight Required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Supply Chain Decision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6-18mo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Disruption Recovery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Tools w/ Supply Chain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decisions without documented risk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selection lacking structured evaluation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Quality issues without root cause traceability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Capital expenditure decisions without multi-perspective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 planning without scenario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gaps across multi-site operations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risk — Multi-tier vendor analysis with contingency planning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evaluation — Structured assessment with documented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Quality analysis — Root cause identification with evidence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CapEx planning — Multi-agent investment analysis with scenarios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 optimization — Capacity planning with risk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Multi-site compliance — Unified evidence across facilities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Manufacturing &amp; Supply Chain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