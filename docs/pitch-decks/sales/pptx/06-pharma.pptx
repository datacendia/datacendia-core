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Pharma &amp; Life Sciences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 yrs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Time to Market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Documentation Requirements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ICH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Good Practice Standards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requires complete documentation of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decisions lack structured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without transparent reasoning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decisions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Cross-functional alignment fragmented across departments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R&amp;D prioritization —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Pharma &amp; Life Sciences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