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Pharma &amp; Life Sciences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development, clinical trials, and FDA compliance with AI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 yrs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Avg Time to Market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Documentation Requirements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ICH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Good Practice Standards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FDA requires complete documentation of decision processes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trial decisions lack structured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interaction analysis without transparent reasoning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Manufacturing compliance evidence is manual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Patent strategy decisions without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Cross-functional alignment fragmented across departments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trial design — Multi-agent protocol evaluation with safety focus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FDA submission support — Evidence-based documentation with complete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interaction analysis — Multi-perspective safety assessment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Manufacturing compliance — GMP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Patent strategy — IP landscape analysis with competitive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R&amp;D prioritization — Investment analysis with risk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Pharma &amp; Life Sciences — Datacendia</dc:title>
  <dc:subject>PptxGenJS Presentation</dc:subject>
  <dc:creator>Datacendia</dc:creator>
  <cp:lastModifiedBy>Datacendia</cp:lastModifiedBy>
  <cp:revision>1</cp:revision>
  <dcterms:created xsi:type="dcterms:W3CDTF">2026-03-17T13:28:46Z</dcterms:created>
  <dcterms:modified xsi:type="dcterms:W3CDTF">2026-03-17T13:28:46Z</dcterms:modified>
</cp:coreProperties>
</file>