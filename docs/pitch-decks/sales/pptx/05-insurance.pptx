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88952" cy="6858000"/>
  <p:notesSz cx="6858000" cy="12188952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-8-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-7-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-7-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DATACENDIA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Datacendia for Insurance Carriers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Underwriting, claims, and risk assessment with auditable AI decisions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Decision Crisis Immunization Infrastructure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04-dcii-dashboar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CHALLENGE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73152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6" name="Text 4"/>
          <p:cNvSpPr/>
          <p:nvPr/>
        </p:nvSpPr>
        <p:spPr>
          <a:xfrm>
            <a:off x="73152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Solvency II</a:t>
            </a:r>
            <a:endParaRPr lang="en-US" sz="2800" dirty="0"/>
          </a:p>
        </p:txBody>
      </p:sp>
      <p:sp>
        <p:nvSpPr>
          <p:cNvPr id="7" name="Text 5"/>
          <p:cNvSpPr/>
          <p:nvPr/>
        </p:nvSpPr>
        <p:spPr>
          <a:xfrm>
            <a:off x="91440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Model Risk Governance Required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52044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9" name="Text 7"/>
          <p:cNvSpPr/>
          <p:nvPr/>
        </p:nvSpPr>
        <p:spPr>
          <a:xfrm>
            <a:off x="352044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70332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AI Platforms w/ Claims Decision Evidence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630936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2" name="Text 10"/>
          <p:cNvSpPr/>
          <p:nvPr/>
        </p:nvSpPr>
        <p:spPr>
          <a:xfrm>
            <a:off x="630936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DORA</a:t>
            </a:r>
            <a:endParaRPr lang="en-US" sz="2800" dirty="0"/>
          </a:p>
        </p:txBody>
      </p:sp>
      <p:sp>
        <p:nvSpPr>
          <p:cNvPr id="13" name="Text 11"/>
          <p:cNvSpPr/>
          <p:nvPr/>
        </p:nvSpPr>
        <p:spPr>
          <a:xfrm>
            <a:off x="649224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Jan 2025 — Operational Resilience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098280" y="2560320"/>
            <a:ext cx="2514600" cy="1645920"/>
          </a:xfrm>
          <a:prstGeom prst="roundRect">
            <a:avLst>
              <a:gd name="adj" fmla="val 5556"/>
            </a:avLst>
          </a:prstGeom>
          <a:solidFill>
            <a:srgbClr val="141825"/>
          </a:solidFill>
          <a:ln/>
        </p:spPr>
        <p:txBody>
          <a:bodyPr/>
          <a:p/>
        </p:txBody>
      </p:sp>
      <p:sp>
        <p:nvSpPr>
          <p:cNvPr id="15" name="Text 13"/>
          <p:cNvSpPr/>
          <p:nvPr/>
        </p:nvSpPr>
        <p:spPr>
          <a:xfrm>
            <a:off x="9098280" y="2743200"/>
            <a:ext cx="2514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D4AF37"/>
                </a:solidFill>
              </a:rPr>
              <a:t>0</a:t>
            </a:r>
            <a:endParaRPr lang="en-US" sz="2800" dirty="0"/>
          </a:p>
        </p:txBody>
      </p:sp>
      <p:sp>
        <p:nvSpPr>
          <p:cNvPr id="16" name="Text 14"/>
          <p:cNvSpPr/>
          <p:nvPr/>
        </p:nvSpPr>
        <p:spPr>
          <a:xfrm>
            <a:off x="9281160" y="3474720"/>
            <a:ext cx="21488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B8FA3"/>
                </a:solidFill>
              </a:rPr>
              <a:t>Insurers w/ AI Dissent Tracking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9" name="Picture 18" descr="25-diss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THE PROBLEM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What You're Facing Today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Underwriting AI recommendations without documented rationale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Claims decisions lacking audit trail for regulators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State-by-state compliance complexity growing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Fraud detection AI without explainability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Actuarial models without transparent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scrutiny increasing on AI-driven pricing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WHAT WE BUILD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Decision Crisis Immunization Infrastructure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Multi-agent deliberation — 50+ specialized agent presets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Cryptographic audit trail — immutable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Zero-copy architecture — data never leaves your DB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Sovereign deployment — air-gapped to cloud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Not a chatbot. A system of specialized intelligences that debate, dissent, and decide — with cryptographic proof of every step.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50+ agent presets (CFO, CISO, Risk, Strategy, Legal) deliberate on your data. You get a boardroom debate, not a chatbot answer.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Every decision, vote, dissent — hashed, timestamped, exportable. When the auditor says "prove it," hand them this.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YOUR SOLUTION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How Datacendia Solves This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731520" y="2377440"/>
            <a:ext cx="10058400" cy="36576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Underwriting intelligence — Multi-agent risk assessment with evidence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Claims review — Documented deliberation for every significant claim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Regulatory compliance — State-by-state evidence generation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Fraud analysis — AI-flagged cases with full decision lineage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Actuarial support — Scenario modeling with transparent assumptions</a:t>
            </a:r>
            <a:endParaRPr lang="en-US" sz="12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200" dirty="0">
                <a:solidFill>
                  <a:srgbClr val="8B8FA3"/>
                </a:solidFill>
              </a:rPr>
              <a:t>Catastrophe modeling — Multi-scenario impact assessment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9" name="Picture 8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PRICING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3716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FFFFFF"/>
                </a:solidFill>
              </a:rPr>
              <a:t>Transparent, Procurement-Ready Pricing</a:t>
            </a:r>
            <a:endParaRPr lang="en-US" sz="2400" dirty="0"/>
          </a:p>
        </p:txBody>
      </p:sp>
      <p:sp>
        <p:nvSpPr>
          <p:cNvPr id="6" name="Text 4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7" name="Text 5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MULTI-AGENT DECISION ENGINE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Decisions Made by Specialized AI Agents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Role-specific agents: CFO, CISO, Legal, Strategy, Risk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Confidence scores and reasoning — dissent preserved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War Room, Governed, and Quick Brief modes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A0E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274320"/>
            <a:ext cx="2743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4AF37"/>
                </a:solidFill>
              </a:rPr>
              <a:t>DATACENDIA</a:t>
            </a:r>
            <a:endParaRPr lang="en-US" sz="1000" dirty="0"/>
          </a:p>
        </p:txBody>
      </p:sp>
      <p:sp>
        <p:nvSpPr>
          <p:cNvPr id="3" name="Text 1"/>
          <p:cNvSpPr/>
          <p:nvPr/>
        </p:nvSpPr>
        <p:spPr>
          <a:xfrm>
            <a:off x="8229600" y="27432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SALES DECK</a:t>
            </a:r>
            <a:endParaRPr lang="en-US" sz="800" dirty="0"/>
          </a:p>
        </p:txBody>
      </p:sp>
      <p:sp>
        <p:nvSpPr>
          <p:cNvPr id="4" name="Text 2"/>
          <p:cNvSpPr/>
          <p:nvPr/>
        </p:nvSpPr>
        <p:spPr>
          <a:xfrm>
            <a:off x="731520" y="109728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D4AF37"/>
                </a:solidFill>
              </a:rPr>
              <a:t>DECISION AUDIT TRAIL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731520" y="1554480"/>
            <a:ext cx="41148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Every Decision Tracked with Full Evidence Chain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731520" y="2743200"/>
            <a:ext cx="4114800" cy="3200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Complete searchable decision history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Full deliberation records linked to each decision</a:t>
            </a:r>
            <a:endParaRPr lang="en-US" sz="1100" dirty="0"/>
          </a:p>
          <a:p>
            <a:pPr marL="342900" indent="-342900">
              <a:lnSpc>
                <a:spcPct val="150000"/>
              </a:lnSpc>
              <a:buSzPct val="100000"/>
              <a:buChar char="→"/>
            </a:pPr>
            <a:r>
              <a:rPr lang="en-US" sz="1100" dirty="0">
                <a:solidFill>
                  <a:srgbClr val="8B8FA3"/>
                </a:solidFill>
              </a:rPr>
              <a:t>Trace any decision back to evidence in seconds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4572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© 2024-2026 Datacendia, LLC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8229600" y="640080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8B8FA3"/>
                </a:solidFill>
              </a:rPr>
              <a:t>datacendia.com</a:t>
            </a:r>
            <a:endParaRPr lang="en-US" sz="800" dirty="0"/>
          </a:p>
        </p:txBody>
      </p:sp>
      <p:pic>
        <p:nvPicPr>
          <p:cNvPr id="10" name="Picture 9" descr="imag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85432" y="1371600"/>
            <a:ext cx="5029200" cy="31089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Datacendia, LLC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Datacendia for Insurance Carriers — Datacendia</dc:title>
  <dc:subject>PptxGenJS Presentation</dc:subject>
  <dc:creator>Datacendia</dc:creator>
  <cp:lastModifiedBy>Datacendia</cp:lastModifiedBy>
  <cp:revision>1</cp:revision>
  <dcterms:created xsi:type="dcterms:W3CDTF">2026-03-17T14:12:19Z</dcterms:created>
  <dcterms:modified xsi:type="dcterms:W3CDTF">2026-03-17T14:12:19Z</dcterms:modified>
</cp:coreProperties>
</file>