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Insurance Carriers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and risk assessment with auditable AI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Solvency II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Model Risk Governance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Claims Decision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Operational Resilience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Insurers w/ AI Dissent Tracking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AI recommendations without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decisions lacking audit trail for regulators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State-by-state compliance complexity growing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detection AI without explainability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Actuarial models without transparent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scrutiny increasing on AI-driven pricing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intelligence — Multi-agent risk assessment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review — Documented deliberation for every significant claim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— State-by-state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analysis — AI-flagged cases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Actuarial support — Scenario modeling with transparent assumptions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Catastrophe modeling — Multi-scenario impact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Insurance Carriers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