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Insurance Carriers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Insurers w/ AI Dissent Tracking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AI recommendations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decisions lacking audit trail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State-by-state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models without transparent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scrutiny increasing on AI-driven pricing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intelligence — Multi-agent risk assessment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review — Documented deliberation for every significant claim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analysis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support — Scenario modeling with transparent assumptions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Insurance Carriers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