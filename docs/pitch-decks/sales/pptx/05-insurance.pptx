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for Insurance Carriers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Underwriting, claims, and risk assessment with auditable AI decisions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CHALLENGE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Solvency II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Model Risk Governance Required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Claims Decision Evidence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Operational Resilience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Insurers w/ AI Dissent Tracking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Underwriting AI recommendations without documented rationale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Claims decisions lacking audit trail for regulators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State-by-state compliance complexity growing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Fraud detection AI without explainability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Actuarial models without transparent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scrutiny increasing on AI-driven pricing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Underwriting intelligence — Multi-agent risk assessment with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Claims review — Documented deliberation for every significant claim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compliance — State-by-state evidence generation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Fraud analysis — AI-flagged cases with full decision lineage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Actuarial support — Scenario modeling with transparent assumptions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Catastrophe modeling — Multi-scenario impact assessment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Insurance Carriers — Datacendia</dc:title>
  <dc:subject>PptxGenJS Presentation</dc:subject>
  <dc:creator>Datacendia</dc:creator>
  <cp:lastModifiedBy>Datacendia</cp:lastModifiedBy>
  <cp:revision>1</cp:revision>
  <dcterms:created xsi:type="dcterms:W3CDTF">2026-03-17T13:51:15Z</dcterms:created>
  <dcterms:modified xsi:type="dcterms:W3CDTF">2026-03-17T13:51:15Z</dcterms:modified>
</cp:coreProperties>
</file>