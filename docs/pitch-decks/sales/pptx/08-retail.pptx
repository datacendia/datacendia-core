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Retail &amp; Consumer Goods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analytics, pricing, and inventory decisions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Transparency Required for Consumers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Retail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Penalty for Data Violations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GDPR/CCPA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Consumer Privacy Mandates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Pricing decisions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segmentation AI without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Inventory decisions lacking risk assessment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GDPR/CCPA compliance for AI-driven customer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Omnichannel strategy decisions without structured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and supplier selection without documented criteria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Pricing intelligence — Multi-agent pricing analysis with market context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analytics — GDPR-compliant customer intelligence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Inventory optimization — Scenario-based demand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Privacy compliance — Consumer data handling with audit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Omnichannel strategy — Multi-perspective channel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management — Structured evaluation with documented criteria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Retail &amp; Consumer Goods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