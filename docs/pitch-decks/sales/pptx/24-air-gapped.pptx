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Air-Gapped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Physically isolated — zero connectivity, hardware-rooted trust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AIR-GAPPED DEPLOYMENT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USB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Portable Deployment Option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Classified data cannot be exposed to any external system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ITAR/export control prohibits foreign access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Critical infrastructure must operate in isolation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Intelligence operations require zero external dependency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environment mandates physical isolation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existing AI platform supports true air-gap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connectivity — Physically isolated, no external network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attestation — Hardware-rooted trust, not software-only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Portable USB instance — Deploy from secure media in field conditions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QR Air-Gap Bridge — Optical data transfer across classification boundaries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 — One-way data flow enforcement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Deterministic Replay — Reproduce decisions without connectivity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Air-Gapped Deployment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