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Air-Gapped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Physically isolated — zero connectivity,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AIR-GAPPED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USB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Portable Deployment Option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Classified data cannot be exposed to any external system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ITAR/export control prohibits foreign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must operate in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operations require zero external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environment mandates physical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existing AI platform supports true air-gap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connectivity — Physically isolated, no external network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 — Hardware-rooted trust, not software-only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 in field conditions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classification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decisions without connectivity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Air-Gapped Deployment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