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Datacendia for Military / Defense Org Enterprises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Enterprise-scale decision intelligence with sovereign deployment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CHALLENGE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$50K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Pilot Entry — 90 Days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$500K+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Enterprise Annual License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Users Per Deployment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99.99%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SLA Uptime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What You're Facing Today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Decision-making fragmented across dozens of tools and vendors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 unified audit trail for AI-assisted decisions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CLOUD Act exposure with current cloud AI vendors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Regulatory compliance evidence is manual and fragmented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 way to replay or verify past AI recommendations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Board and regulators demanding AI accountability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YOUR SOLUTION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Council — Unified decision intelligence across all domains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evidence — Immutable audit trail for every decision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Private cloud or on-prem, no CLOUD Act exposure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One-click compliance — Automated evidence for SOC 2, ISO 27001, GDPR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replay — Reproduce and verify any past decision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PRICING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Transparent, Procurement-Ready Pricing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Fortune 500 Enterprises — Datacendia</dc:title>
  <dc:subject>PptxGenJS Presentation</dc:subject>
  <dc:creator>Datacendia</dc:creator>
  <cp:lastModifiedBy>Datacendia</cp:lastModifiedBy>
  <cp:revision>1</cp:revision>
  <dcterms:created xsi:type="dcterms:W3CDTF">2026-03-17T14:12:19Z</dcterms:created>
  <dcterms:modified xsi:type="dcterms:W3CDTF">2026-03-17T14:12:19Z</dcterms:modified>
</cp:coreProperties>
</file>