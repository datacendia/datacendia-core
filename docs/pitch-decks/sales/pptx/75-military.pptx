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Military / Defense Org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