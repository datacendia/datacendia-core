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Compliance-first decision intelligence for healthcare, finance, energy, and government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Supported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Compliance Frameworks Mapped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30-compliance-readi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without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collection taking 1,200+ hours/year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and documentation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and DORA creating new mandatory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Current tools don't generate compliance evidence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 — Every decision produces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tracked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identification of compliance gaps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9-gap-sc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Regulated Industries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