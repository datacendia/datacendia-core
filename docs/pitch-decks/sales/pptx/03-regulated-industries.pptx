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Regulated Industries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Compliance-first decision intelligence for healthcare, finance, energy, and government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€35M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Max EU AI Act Penalty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Aug 2025 Enforcement Deadline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Supported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Compliance Frameworks Mapped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 decisions without regulatory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Manual compliance evidence collection taking 1,200+ hours/year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Cross-jurisdiction compliance complexity growing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Auditors demanding AI explainability and documentation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EU AI Act and DORA creating new mandatory requirements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Current tools don't generate compliance evidence automatically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Automatic evidence generation — Every decision produces auditor-ready packets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Control mapping — SOC 2, ISO 27001, GDPR, FedRAMP, HIPAA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Cross-jurisdiction — 23 jurisdictions tracked automatically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Gap scanner — Automatic identification of compliance gaps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Continuous monitoring — Real-time compliance posture tracking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absorb — Ingest new regulations and map impact automatically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Regulated Industries — Datacendia</dc:title>
  <dc:subject>PptxGenJS Presentation</dc:subject>
  <dc:creator>Datacendia</dc:creator>
  <cp:lastModifiedBy>Datacendia</cp:lastModifiedBy>
  <cp:revision>1</cp:revision>
  <dcterms:created xsi:type="dcterms:W3CDTF">2026-03-17T13:51:15Z</dcterms:created>
  <dcterms:modified xsi:type="dcterms:W3CDTF">2026-03-17T13:51:15Z</dcterms:modified>
</cp:coreProperties>
</file>