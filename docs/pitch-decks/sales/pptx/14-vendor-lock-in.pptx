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Escape Vendor Lock-In with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Open-source foundation, sovereign deployment, customer-owned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LOCK-IN PROBLEM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CLOUD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Gov Access to Cloud Data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Apache 2.0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Open-Source Community Edition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Vendor Access Required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AI vendors have access to your data and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Act allows US government to compel disclosure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Switching costs increase with every year of vendor dependency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data portability — your intelligence locked in vendor systems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 pricing increases with no alternative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Cannot run AI offline or in classified environments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Apache 2.0 community edition — Open-source foundation, no lock-in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4 deployment modes — Cloud to air-gapped, your choice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Customer-owned data — Zero-copy, data never leaves your systems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Customer-owned keys — Your KMS/HSM, your encryption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Full export capability — All data and evidence exportable at any time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On-prem option — No external connectivity required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Escape Vendor Lock-In with Datacendia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