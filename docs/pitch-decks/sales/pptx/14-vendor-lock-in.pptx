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Escape Vendor Lock-In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Open-source foundation, sovereign deployment, customer-owned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LOCK-IN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Access to Cloud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Open-Source Community Edition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Vendor Access 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AI vendors have access to your data and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allows US government to compel disclosure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Switching costs increase with every year of vendor dependency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data portability — your intelligence locked in vendor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pricing increases with no alternative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run AI offline or in classified environments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Apache 2.0 community edition — Open-source foundation, no lock-in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 deployment modes — Cloud to air-gapped, your choice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data — Zero-copy, data never leaves your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keys — Your KMS/HSM, your encryption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export capability — All data and evidence exportable at any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 option — No external connectivity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 Vendor Lock-In with Datacendia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