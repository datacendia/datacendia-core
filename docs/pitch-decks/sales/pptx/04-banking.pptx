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Banking &amp; Capital Markets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management, DORA compliance, and audit-ready AI for financial institutions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Resilience Mandate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Capital Requirements Tightening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decisions lack documented AI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requires operational resilience evidence for AI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Trading and risk AI without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fines escalating year over year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AI-influenced investment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Cross-border compliance complexity (MiFID II, SOX, Basel)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decision evidence — Multi-agent assessment with documented rationale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compliance — Operational resilience testing with automated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Structured deliberation with documented tradeoffs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Cross-border compliance — Multi-jurisdiction regulatory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review — AI-flagged transactions with full 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Stress testing — Adversarial scenario modeling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Banking &amp; Capital Markets — Datacendia</dc:title>
  <dc:subject>PptxGenJS Presentation</dc:subject>
  <dc:creator>Datacendia</dc:creator>
  <cp:lastModifiedBy>Datacendia</cp:lastModifiedBy>
  <cp:revision>1</cp:revision>
  <dcterms:created xsi:type="dcterms:W3CDTF">2026-03-17T13:28:46Z</dcterms:created>
  <dcterms:modified xsi:type="dcterms:W3CDTF">2026-03-17T13:28:46Z</dcterms:modified>
</cp:coreProperties>
</file>