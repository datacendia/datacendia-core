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8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7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Banking &amp; Capital Markets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management, DORA compliance, and audit-ready AI for financial institutions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Resilience Mandate 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Capital Requirements Tightening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decisions lack documented AI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requires operational resilience evidence for AI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Trading and risk AI without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escalating year over year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AI-influenced investment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complexity (MiFID II, SOX, Basel)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Credit decision evidence — Multi-agent assessment with documented rationale and dissent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compliance — Operational resilience testing with automated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Structured deliberation with documented tradeoffs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Cross-border compliance — Multi-jurisdiction regulatory tracking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review — AI-flagged transactions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Stress testing — Adversarial scenario modeling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Banking &amp; Capital Markets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