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Banking &amp; Capital Markets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Risk management, DORA compliance, and audit-ready AI for financial institutions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Resilience Mandate 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Capital Requirements Tightening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Credit decisions lack documented AI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DORA requires operational resilience evidence for AI systems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Trading and risk AI without audit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fines escalating year over year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way to replay AI-influenced investment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Cross-border compliance complexity (MiFID II, SOX, Basel)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Credit decision evidence — Multi-agent assessment with documented rationale and dissent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DORA compliance — Operational resilience testing with automated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Investment committee — Structured deliberation with documented tradeoffs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Cross-border compliance — Multi-jurisdiction regulatory tracking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Fraud review — AI-flagged transactions with full decision lineage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Stress testing — Adversarial scenario modeling with evidence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Banking &amp; Capital Markets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