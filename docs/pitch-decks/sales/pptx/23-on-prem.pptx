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On-Premises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data center — zero external access, full sovereignty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ON-PREMISES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Your DC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Location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None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Our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Weeks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Setup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Full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requirements prohibit cloud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cannot leave your physical data center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Need complete control over all infrastructure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external connectivity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Industry regulations mandate on-premises AI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mandates no third-party data 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Your data center — Deployed on your hardware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external access — No outbound connectivity required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Customer-managed — Full control over updates and configuration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HSM/TPM support — Hardware security modules for key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Network isolation — Completely isolated from external networks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 ready — Can be upgraded to full air-gapped if needed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On-Premises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