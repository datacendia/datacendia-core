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 (ServiceNow/Archer/OneTrust)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GRC (ServiceNow/Archer/OneTrust)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GRC (ServiceNow/Archer/OneTrust)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GRC (SERVICENOW/ARCHER/ONETRUST)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and compliance workflows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Checklist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risk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AI-powered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analysis, not manual checklists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GRC (ServiceNow/Archer/OneTrust)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