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Private Cloud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VPC, your control — with metadata-only telemetry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PRIVATE CLOUD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Your VPC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Location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Metadata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Our Access Level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Days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Setup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sovereign control but don't want on-prem complexity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Regulators require data residency in specific regions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concerns with standard SaaS providers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to demonstrate data never leaves your environment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Want cloud convenience with sovereign control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requires your own encryption keys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VPC — Deployed in your AWS/Azure/GCP account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Metadata-only access — We see usage metrics, never your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keys — Your KMS, your encryption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residency — Choose your region, data never leaves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Network isolation — Private endpoints, no public access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Days to deploy — Terraform/CloudFormation templates provided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Private Cloud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