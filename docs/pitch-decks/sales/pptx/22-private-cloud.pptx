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Private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VPC, your control — with metadata-only telemetry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PRIVATE CLOUD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VPC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Metadata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 Level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Days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sovereign control but don't want on-prem complexity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require data residency in specific regions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concerns with standard SaaS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to demonstrate data never leaves your environment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cloud convenience with sovereign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requires your own encryption keys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 — Deployed in your AWS/Azure/GCP account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Metadata-only access — We see usage metrics, never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residency — Choose your region, data never leaves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Private endpoints, no public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Days to deploy — Terraform/CloudFormation templates provided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Private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