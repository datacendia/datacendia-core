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Multilateral Organization (UN, WHO, IMF)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