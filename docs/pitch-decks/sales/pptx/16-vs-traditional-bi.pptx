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-7-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-7-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vs. Traditional BI (Tableau/Power BI)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Why Traditional BI (Tableau/Power BI) isn't enough for enterprise decision intelligence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04-dcii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CAPABILITY COMPARISON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Traditional BI (Tableau/Power BI) vs. Datacendia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TRADITIONAL BI (TABLEAU/POWER BI) DOES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Their Approach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visualization and dashboards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Self-service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Historical reporting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KPI monitoring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Drag-and-drop chart building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on your data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for every insight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Future simulation, not just historical charts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COUNCIL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50+ Specialized AI Agent Presets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strategic synthesis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financial intelligence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operational intelligence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security &amp; compliance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market intelligence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technology intelligence analysis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vs. Traditional BI (Tableau/Power BI)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