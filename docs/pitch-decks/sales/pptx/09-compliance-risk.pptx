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Eliminate Compliance Risk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Automated compliance evidence — stop paying fines for AI you can't explain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COMPLIANCE CRISIS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 Deadline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 (Art. 99)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1,200+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Hours/Year Manual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decisions with zero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Manual compliance evidence taking months to compile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Auditors demanding AI explainability you cannot provide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EU AI Act enforcement starting 2025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mandating AI operational resilience for finance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prove AI recommendations were sound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evidence — Every decision generates auditor-ready packets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Control mapping — SOC 2, ISO 27001, GDPR, FedRAMP, HIPAA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export — PDF + JSON, cryptographically signed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Continuous monitoring — Real-time compliance posture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Gap scanner — Automatic gap identification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absorb — New regulations mapped to impact automatically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Eliminate Compliance Risk with Datacendia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