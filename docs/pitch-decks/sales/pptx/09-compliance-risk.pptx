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Compliance Risk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— stop paying fines for AI you can't explain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 zero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taking months to compile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you cannot provide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enforcement starting 2025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mandating AI operational resilience for finance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prove AI recommendations were sound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Every decision generates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New regulations mapped to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Compliance Risk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