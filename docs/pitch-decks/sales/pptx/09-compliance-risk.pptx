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Eliminate Compliance Risk with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Automated compliance evidence — stop paying fines for AI you can't explain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COMPLIANCE CRISIS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€35M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Max EU AI Act Penalty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Aug 2025 Enforcement Deadline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€35M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Max EU AI Act Penalty (Art. 99)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1,200+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Hours/Year Manual Evidence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decisions with zero audit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Manual compliance evidence taking months to compile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Auditors demanding AI explainability you cannot provide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EU AI Act enforcement starting 2025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DORA mandating AI operational resilience for finance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prove AI recommendations were sound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Automatic evidence — Every decision generates auditor-ready packets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Control mapping — SOC 2, ISO 27001, GDPR, FedRAMP, HIPAA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export — PDF + JSON, cryptographically signed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Continuous monitoring — Real-time compliance posture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Gap scanner — Automatic gap identification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absorb — New regulations mapped to impact automatically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Eliminate Compliance Risk with Datacendia — Datacendia</dc:title>
  <dc:subject>PptxGenJS Presentation</dc:subject>
  <dc:creator>Datacendia</dc:creator>
  <cp:lastModifiedBy>Datacendia</cp:lastModifiedBy>
  <cp:revision>1</cp:revision>
  <dcterms:created xsi:type="dcterms:W3CDTF">2026-03-17T13:28:46Z</dcterms:created>
  <dcterms:modified xsi:type="dcterms:W3CDTF">2026-03-17T13:28:46Z</dcterms:modified>
</cp:coreProperties>
</file>