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Eliminate Compliance Risk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compliance evidence — stop paying fines for AI you can't explain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COMPLIANCE CRISIS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1,200+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Hours/Year Manual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with zero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compliance evidence taking months to compile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Auditors demanding AI explainability you cannot provide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enforcement starting 2025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mandating AI operational resilience for finance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prove AI recommendations were sound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— Every decision generates auditor-ready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SOC 2, ISO 27001, GDPR, FedRAMP, HIPAA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export — PDF + JSON, cryptographically signed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New regulations mapped to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Eliminate Compliance Risk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