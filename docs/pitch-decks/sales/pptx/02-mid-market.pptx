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Mid-Market Companies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Enterprise-grade decision intelligence at mid-market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 Day Proof of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Included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Growing complexity outpacing current decision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recommendations without documentation or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Upcoming compliance requirements (EU AI Act, industry regs)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multiple systems and databases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high-stakes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Limited budget for enterprise-class platforms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Community  Free (Apache 2.0, open-source)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— Full Council + DECIDE + DCII at $150K/yr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— Prove value on one strategic problem for $50K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Money-back guarantee — If Council doesn't find 3+ risks you missed, full refund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No expensive data warehouse needed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deployment — Fast setup, no infrastructure investment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 languages — Support international operations from day one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Mid-Market Companies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