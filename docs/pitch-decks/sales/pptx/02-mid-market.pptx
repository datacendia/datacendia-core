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7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Datacendia for Mid-Market Companies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Enterprise-grade decision intelligence at mid-market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CHALLENGE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$50K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Pilot — 90 Day Proof of Value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$150K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Foundation Annual License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Users Included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99.9%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SLA Uptime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What You're Facing Today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Growing complexity outpacing current decision tools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AI recommendations without documentation or rationale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Upcoming compliance requirements (EU AI Act, industry regs)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Data scattered across multiple systems and databases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structured process for high-stakes decisions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Limited budget for enterprise-class platforms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YOUR SOLUTION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Foundation tier — Full Council + DECIDE + DCII at $150K/yr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90-day pilot — Prove value on one strategic problem for $50K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Money-back guarantee — If Council doesn't find 3+ risks you missed, full refund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No expensive data warehouse needed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Cloud deployment — Fast setup, no infrastructure investment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26 languages — Support international operations from day one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Mid-Market Companies — Datacendia</dc:title>
  <dc:subject>PptxGenJS Presentation</dc:subject>
  <dc:creator>Datacendia</dc:creator>
  <cp:lastModifiedBy>Datacendia</cp:lastModifiedBy>
  <cp:revision>1</cp:revision>
  <dcterms:created xsi:type="dcterms:W3CDTF">2026-03-17T14:12:19Z</dcterms:created>
  <dcterms:modified xsi:type="dcterms:W3CDTF">2026-03-17T14:12:19Z</dcterms:modified>
</cp:coreProperties>
</file>