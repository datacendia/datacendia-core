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vs. AI Chatbots (ChatGPT/Copilot/Claude)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AI Chatbots (ChatGPT/Copilot/Claude) isn't enough for enterprise decision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CAPABILITY COMPARISON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Chatbots (ChatGPT/Copilot/Claude) vs.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AI CHATBOTS (CHATGPT/COPILOT/CLAUDE)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Their Approach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General-purpose chat interface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responses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Cloud-only operation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Consumer-grade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Prompt-based Q&amp;A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domain-specific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Structured dissent and 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including air-gapped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AI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strategic synthesis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financial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operational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security &amp; compliance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market intelligence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Specialized technology intelligence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vs. AI Chatbots (ChatGPT/Copilot/Claude)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