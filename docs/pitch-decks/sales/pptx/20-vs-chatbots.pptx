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AI Chatbots (ChatGPT/Copilot/Claude)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AI Chatbots (ChatGPT/Copilot/Claude)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Chatbots (ChatGPT/Copilot/Claude)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AI CHATBOTS (CHATGPT/COPILOT/CLAUDE)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 interface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operation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Consumer-grade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Q&amp;A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domain-specific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and 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AI Chatbots (ChatGPT/Copilot/Claude)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