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AI Chatbots (ChatGPT/Copilot/Claude)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AI Chatbots (ChatGPT/Copilot/Claude)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Chatbots (ChatGPT/Copilot/Claude)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AI CHATBOTS (CHATGPT/COPILOT/CLAUDE)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General-purpose chat interface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responses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Cloud-only operation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Consumer-grade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Prompt-based Q&amp;A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domain-specific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Structured dissent and adversarial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 deployment modes including air-gapped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AI Chatbots (ChatGPT/Copilot/Claude)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