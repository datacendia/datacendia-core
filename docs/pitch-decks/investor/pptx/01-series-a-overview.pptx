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 for the Enterprise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"Modern enterprises have surrendered their minds. They traded ownership for convenience — until they became tenants in their own systems."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OPPORTUNITY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— Financial AI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A Overview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