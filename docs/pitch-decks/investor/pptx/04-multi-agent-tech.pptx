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boardroom of specialized intelligences.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— CFO, CISO, Risk, Strategy, Legal — deliberating on your data with structured dissent."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(CONT.)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Plus Risk, Legal, Revenue, Data, Red Team, and Arbiter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People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Intelligence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Pattern Recognition perspective in every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Final Synthesis perspective in every deliberation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12 COUNCIL MODES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Agents, Different Directives = Different Outcomes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DELIBERATION PROCESS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The Council Works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Ingestion — Connect data sources (zero-copy, read-only)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Activation — Each agent analyzes from their domain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Deliberation — Agents debate, challenge,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Synthesis — Arbiter resolves conflicts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— Full decision packet generated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ensemble ML —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RAG — multi-perspective reasoning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Real-World Council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5,000 PDFs,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vendor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new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— Patient safety with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Decision Intelligence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