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9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-9-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Decision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boardroom of specialized intelligences.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 don't get a chatbot answer. You get a boardroom debate. 50+ specialized agent presets — CFO, CISO, Risk, Strategy, Legal — deliberating on your data with structured dissent."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(CONT.)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Plus Risk, Legal, Revenue, Data, Red Team, and Arbiter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People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Revenue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Assessment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Legal Intelligence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Pattern Recognition perspective in every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Final Synthesis perspective in every deliberation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16-red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12 COUNCIL MODES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Same Agents, Different Directives = Different Outcomes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DELIBERATION 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The Council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Ingestion — Connect data sources (zero-copy, read-only)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Agent Activation — Each agent analyzes from their domain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Deliberation — Agents debate, challenge,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Synthesis — Arbiter resolves conflicts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— Full decision packet generated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 — PDF + JSON, cryptographically signed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ensemble ML — structured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RAG — multi-perspective reasoning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Real-World Council Deployments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Due Diligence — Ingest 5,000 PDFs, simulate regulatory blocks, synthesize risk-adjusted price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Shock — Map vendor dependencies, flag disruptions, stress-test alternatives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— Absorb new regulation, map impact, generate compliance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Response — Rapid multi-domain assessment with action plan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Financial modeling with risk assessment and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— Patient safety with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Decision Intelligence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