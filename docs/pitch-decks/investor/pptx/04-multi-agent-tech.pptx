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boardroom of specialized intelligences.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 don't get a chatbot answer. You get a boardroom debate. 50+ specialized agent presets — CFO, CISO, Risk, Strategy, Legal — deliberating on your data with structured dissent."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(CONT.)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Plus Risk, Legal, Revenue, Data, Red Team, and Arbiter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People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Pattern Recognition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Final Synthesis perspective in every deliberation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12 COUNCIL MODES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Same Agents, Different Directives = Different Outcomes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DELIBERATION PROCESS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The Council Works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Ingestion — Connect data sources (zero-copy, read-only)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Activation — Each agent analyzes from their domain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Deliberation — Agents debate, challenge,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Synthesis — Arbiter resolves conflicts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— Full decision packet generated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ensemble ML —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RAG — multi-perspective reasoning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Real-World Council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Ingest 5,000 PDFs, simulate regulatory blocks, synthesize risk-adjusted price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Shock — Map vendor dependencies, flag disruptions, stress-test alternatives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Absorb new regulation, map impact, generate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Response — Rapid multi-domain assessment with action plan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Financial modeling with risk assessment and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— Patient safety with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Decision Intelligence — Datacendia</dc:title>
  <dc:subject>PptxGenJS Presentation</dc:subject>
  <dc:creator>Datacendia</dc:creator>
  <cp:lastModifiedBy>Datacendia</cp:lastModifiedBy>
  <cp:revision>1</cp:revision>
  <dcterms:created xsi:type="dcterms:W3CDTF">2026-03-17T13:28:45Z</dcterms:created>
  <dcterms:modified xsi:type="dcterms:W3CDTF">2026-03-17T13:28:45Z</dcterms:modified>
</cp:coreProperties>
</file>