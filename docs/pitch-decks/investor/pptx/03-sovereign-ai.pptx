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infrastructure. Your keys. Your control.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SOVEREIGNTY CRISIS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Regulated Enterprise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— US gov can compel disclosure from US-based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Article 48 — Prohibits transfers based on foreign government orders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ITAR/EAR — Export control prohibits foreign access to controlled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— Power, water, telecom cannot use cloud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community — Classified data cannot be exposed externally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regulations — DORA requires operational resilience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11 SOVEREIGN PATTERNS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Sovereign 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Local RLHF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Provenance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Data Never Leaves Your Database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origin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your KMS/HSM, your keys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on your infrastructure — audit ledger stays with you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PostgreSQL, MySQL, SQL Server, Oracle, MongoDB, DB2. No ETL. No data movement. No copies.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Instant key lockdown, network isolation, forensic snapshot — all customer-controlled.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attestation, HSM key storage, Ed25519/RSA-PSS signing.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MARKET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Air-Gap+TPM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TARGET SEGMENTS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Who Needs Sovereign AI?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AI Infrastructure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