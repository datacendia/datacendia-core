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Sovereign AI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Your infrastructure. Your keys. Your control.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SOVEREIGNTY CRISIS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Cloud AI Is a Liability for Regulated Enterprise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— US gov can compel disclosure from US-based providers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GDPR Article 48 — Prohibits transfers based on foreign government orders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ITAR/EAR — Export control prohibits foreign access to controlled data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Critical infrastructure — Power, water, telecom cannot use cloud AI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Intelligence community — Classified data cannot be exposed externally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Financial regulations — DORA requires operational resilience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 Anywhere — Your Infrastructure, Your Control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11 SOVEREIGN PATTERNS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Enterprise-Grade Sovereign Architecture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Diode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Local RLHF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Audit Provenance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Shadow Council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Deterministic Replay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QR Air-Gap Bridge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Canary Tripwires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TPM Attestation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ZERO-COPY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Your Data Never Leaves Your Database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Read-only connections — never modify origin systems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Customer-owned encryption — your KMS/HSM, your keys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on your infrastructure — audit ledger stays with you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Query in place — PostgreSQL, MySQL, SQL Server, Oracle, MongoDB, DB2. No ETL. No data movement. No copies.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Instant key lockdown, network isolation, forensic snapshot — all customer-controlled.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TPM 2.0 attestation, HSM key storage, Ed25519/RSA-PSS signing.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SOVEREIGN MARKET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CLOUD Act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 Gov Can Compel Cloud Disclosure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GDPR Art. 48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Prohibits Foreign Gov Data Orders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140+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Countries w/ Data Sovereignty Laws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Competitors w/ Full Air-Gap+TPM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TARGET SEGMENTS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Who Needs Sovereign AI?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Sovereign AI Infrastructure — Datacendia</dc:title>
  <dc:subject>PptxGenJS Presentation</dc:subject>
  <dc:creator>Datacendia</dc:creator>
  <cp:lastModifiedBy>Datacendia</cp:lastModifiedBy>
  <cp:revision>1</cp:revision>
  <dcterms:created xsi:type="dcterms:W3CDTF">2026-03-17T13:51:15Z</dcterms:created>
  <dcterms:modified xsi:type="dcterms:W3CDTF">2026-03-17T13:51:15Z</dcterms:modified>
</cp:coreProperties>
</file>