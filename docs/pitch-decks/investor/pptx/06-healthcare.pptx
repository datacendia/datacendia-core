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Governance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AI CRISIS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Clinical Dissent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Has No Accountability Layer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AI recommendations with no explainability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 for AI-influenced treatment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 requires access logs and evidence — AI provides neither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classifies healthcare AI as high-risk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and verify past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incidents with no decision lineage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Specialized Clinical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Safety, quality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Efficiency, care coordination, resources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risk, malpractice exposure, safety scoring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financial analysis, reimbursement optimization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Deployments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 metrics,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AI Governance — Datacendia</dc:title>
  <dc:subject>PptxGenJS Presentation</dc:subject>
  <dc:creator>Datacendia</dc:creator>
  <cp:lastModifiedBy>Datacendia</cp:lastModifiedBy>
  <cp:revision>1</cp:revision>
  <dcterms:created xsi:type="dcterms:W3CDTF">2026-03-17T13:28:45Z</dcterms:created>
  <dcterms:modified xsi:type="dcterms:W3CDTF">2026-03-17T13:28:45Z</dcterms:modified>
</cp:coreProperties>
</file>