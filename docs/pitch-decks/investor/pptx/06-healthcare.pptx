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 AI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AI recommendations with no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AI-influenced treatment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 requires access logs and evidence — AI provides neither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classifies healthcare AI as high-risk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and verify past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incidents with no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Clinical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Safety, quality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Efficiency, care coordination,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risk, malpractice exposure, safety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Healthcare financial analysis, reimbursement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 metrics,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AI Governance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