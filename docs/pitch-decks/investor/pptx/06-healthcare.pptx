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10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9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Governance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 AI CRISIS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Clinical Dissent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25-dis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Has No Accountability Layer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AI recommendations with no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AI-influenced treatment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 requires access logs and evidence — AI provides neither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classifies healthcare AI as high-risk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and verify past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incidents with no decision lineage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Specialized Clinical Intelligence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Safety, quality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Efficiency, care coordination,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risk, malpractice exposure, safety scoring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Healthcare financial analysis, reimbursement optimization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Deployments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 metrics,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AI Governance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