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The AI Governance Imperative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Why regulated enterprises need accountable AI — and why now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REGULATORY WAVE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EU AI Act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World's First AI Law — 2024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52044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352044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DORA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70332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Financial AI Resilience — 2025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0936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30936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€35M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49224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Max Penalty — 7% Revenue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09828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909828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928116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Enterprises Fully Compliant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Enterprises Have AI. They Don't Have Accountability.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 audit trail for AI-assisted decisions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 explainability — why did AI recommend X over Y?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 dissent tracking — groupthink encoded in algorithms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 regulator-ready evidence packets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 decision replay or verification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CLOUD Act exposure with every cloud AI vendor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WHAT WE BUILD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Decision Crisis Immunization Infrastructure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Multi-agent deliberation — 50+ specialized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Cryptographic audit trail — immutable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Zero-copy architecture — data never leaves your DB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Sovereign deployment — air-gapped to cloud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Not a chatbot. A system of specialized intelligences that debate, dissent, and decide — with cryptographic proof of every step.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50+ agent presets (CFO, CISO, Risk, Strategy, Legal) deliberate on your data. You get a boardroom debate, not a chatbot answer.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Every decision, vote, dissent — hashed, timestamped, exportable. When the auditor says "prove it," hand them this.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COMPLIANCE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Compliance Roadmap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MARKET SIZE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EU AI Act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Aug 2025 Enforcement Deadline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52044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352044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DORA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70332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Jan 2025 Effective — Financial AI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0936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30936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€35M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49224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Max EU AI Act Penalty (Art. 99)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09828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909828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928116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Competitors w/ Crypto Decision Evidence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COMPETITIVE LANDSCAPE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No One Else Does This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PRICING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Transparent, Procurement-Ready Pricing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2-council-deliber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5-decisio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AI Governance Imperative — Datacendia</dc:title>
  <dc:subject>PptxGenJS Presentation</dc:subject>
  <dc:creator>Datacendia</dc:creator>
  <cp:lastModifiedBy>Datacendia</cp:lastModifiedBy>
  <cp:revision>1</cp:revision>
  <dcterms:created xsi:type="dcterms:W3CDTF">2026-03-17T13:51:15Z</dcterms:created>
  <dcterms:modified xsi:type="dcterms:W3CDTF">2026-03-17T13:51:15Z</dcterms:modified>
</cp:coreProperties>
</file>