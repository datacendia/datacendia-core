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10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9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AI Governance Imperative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regulated enterprises need accountable AI — and why now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REGULATORY WAVE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World's First AI Law —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AI Resilience —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Penalty — 7%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Enterprises Fully Compliant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Enterprises Have AI. They Don't Have Accountability.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explainability — why did AI recommend X over Y?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dissent tracking — groupthink encoded in algorithms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regulator-ready evidence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decision replay or verification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every cloud AI vendor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SIZE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— Financial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 One Else Does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Governance Imperative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