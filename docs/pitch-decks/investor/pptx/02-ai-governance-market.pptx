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AI Governance Imperative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regulated enterprises need accountable AI — and why now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REGULATORY WAVE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World's First AI Law — 2024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Resilience —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7% Revenue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Enterprises Fully Compliant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Enterprises Have AI. They Don't Have Accountability.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explainability — why did AI recommend X over Y?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 — groupthink encoded in algorithms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regulator-ready evidence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 or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every cloud AI vendor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SIZE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One Else Does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Governance Imperative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