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AI Governance Imperative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regulated enterprises need accountable AI — and why now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REGULATORY WAVE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World's First AI Law — 2024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Resilience —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Penalty — 7% Revenue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Enterprises Fully Compliant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Enterprises Have AI. They Don't Have Accountability.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explainability — why did AI recommend X over Y?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dissent tracking — groupthink encoded in algorithms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regulator-ready evidence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decision replay or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every cloud AI vendor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SIZE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— Financial AI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LANDSCAPE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No One Else Does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Governance Imperative — Datacendia</dc:title>
  <dc:subject>PptxGenJS Presentation</dc:subject>
  <dc:creator>Datacendia</dc:creator>
  <cp:lastModifiedBy>Datacendia</cp:lastModifiedBy>
  <cp:revision>1</cp:revision>
  <dcterms:created xsi:type="dcterms:W3CDTF">2026-03-17T13:28:45Z</dcterms:created>
  <dcterms:modified xsi:type="dcterms:W3CDTF">2026-03-17T13:28:45Z</dcterms:modified>
</cp:coreProperties>
</file>