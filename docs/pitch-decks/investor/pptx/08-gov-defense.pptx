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&amp; Defense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AI for national security — air-gapped, ITAR-compliant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 AI IMPERATIVE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Impact Level Pathway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Classified Environments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deployment — Zero external connectivity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2.0 attestation — Hardware-rooted trust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encryption — HSM/KMS, Ed25519/RSA-PSS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Portable USB instance — Deploy from secure media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 — Optical data transfer across boundaries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 — One-way data flow enforcement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Canary Tripwires — Detect unauthorized access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 — Reproduce any decision identically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 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Mission-Critical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Multi-source fusion with full audit trail and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Defense contractor evaluation with ITAR-compliant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Multi-domain scenario analysis with adversarial red-teaming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CMMC, NIST 800-171/800-53, DFARS evidence 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PROCUREMENT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Procurement 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SECURITY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Defense-Grade Security Posture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NIST 800-53 Rev 5 control family mapping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FIPS 140-2 validated cryptographic modules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access control with MFA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segmentation and micro-segmentation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Encrypted at rest (AES-256) and in transit (TLS 1.3)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vulnerability scanning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response playbooks and forensic snapshot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&amp; Defense AI — Datacendia</dc:title>
  <dc:subject>PptxGenJS Presentation</dc:subject>
  <dc:creator>Datacendia</dc:creator>
  <cp:lastModifiedBy>Datacendia</cp:lastModifiedBy>
  <cp:revision>1</cp:revision>
  <dcterms:created xsi:type="dcterms:W3CDTF">2026-03-17T13:28:45Z</dcterms:created>
  <dcterms:modified xsi:type="dcterms:W3CDTF">2026-03-17T13:28:45Z</dcterms:modified>
</cp:coreProperties>
</file>