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&amp; Defense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national security — air-gapped, ITAR-compliant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AI IMPERATIVE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Impact Level Pathway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CAPABILITIES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Classified Environments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deployment — Zero external connectivity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 —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HSM/KMS, Ed25519/RSA-PSS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 — Detect unauthorized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any decision identically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Mission-Critical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fusion with full audit trail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Defense contractor evaluation with ITAR-compliant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Multi-domain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CMMC, NIST 800-171/800-53, DFARS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PROCUREMENT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Procurement 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SECURITY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Defense-Grade Security Posture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NIST 800-53 Rev 5 control family mapping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FIPS 140-2 validated cryptographic modules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 with MFA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segmentation and micro-segmentation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Encrypted at rest (AES-256) and in transit (TLS 1.3)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vulnerability scanning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playbooks and forensic snapshot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&amp; Defense AI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