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Platform Economics &amp; Revenue Model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High-margin enterprise SaaS with sovereign premium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REVENUE MODEL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$50K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Pilot Entry Point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2044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52044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$150K+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70332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Foundation Annual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0936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30936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$500K+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49224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Enterprise Annual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9828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909828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$1.5M+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28116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Strategic Annual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TIER ECONOMICS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Land &amp; Expand Revenue Progression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UNIT ECONOMICS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85%+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Gross Margin Target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2044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52044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130%+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70332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Net Revenue Retention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0936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30936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&lt;18mo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49224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Payback Period Target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9828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909828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4:1+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28116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LTV:CAC Target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REVENUE DRIVERS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Multiple Expansion Vectors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Seat expansion — 10 → 50 → 500 → unlimited users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Tier upgrade — Foundation → Enterprise → Strategic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Vertical expansion — Single dept → multiple divisions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Deployment upgrade — Cloud → Private Cloud → On-Prem (premium)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Add-on revenue — Custom agents, premium support, services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Platform revenue — Marketplace for 3rd-party agents (roadmap)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GO-TO-MARKET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Efficient Enterprise Sales Motion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Open-source pipeline — Apache 2.0 community edition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Content-led inbound — Technical guides, honesty matrices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Pilot-first sales — $50K with money-back guarantee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Partner channel — SI partners (Deloitte, Accenture, KPMG)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Cloud marketplace — AWS/Azure committed spend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Government channel — CAGE code, FedRAMP pathway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MARKET TIMING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EU AI Act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Enforcement 2025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2044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52044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70332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Financial AI 2025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0936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30936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€35M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49224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Max EU AI Act Penalty (Art. 99)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9828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909828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First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28116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Mover in Sovereign AI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USE OF FUNDS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Capital Allocation Strategy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Engineering (50%) — Platform, sovereign patterns, verticals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Sales &amp; Marketing (25%) — Enterprise sales, partner program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Compliance &amp; Security (15%) — SOC 2, FedRAMP, pen testing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Operations (10%) — Infrastructure, customer success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Platform Economics &amp; Revenue Model — Datacendia</dc:title>
  <dc:subject>PptxGenJS Presentation</dc:subject>
  <dc:creator>Datacendia</dc:creator>
  <cp:lastModifiedBy>Datacendia</cp:lastModifiedBy>
  <cp:revision>1</cp:revision>
  <dcterms:created xsi:type="dcterms:W3CDTF">2026-03-17T14:12:19Z</dcterms:created>
  <dcterms:modified xsi:type="dcterms:W3CDTF">2026-03-17T14:12:19Z</dcterms:modified>
</cp:coreProperties>
</file>