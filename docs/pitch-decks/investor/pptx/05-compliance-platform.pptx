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Decision Governance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for Every AI-Assisted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COMPLIANCE BURDEN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Financial AI Resilience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EVIDENCE GENERATION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an Auditor Actually Receives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summary — PDF executive report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decision trace — Inputs, evidence, tool calls, policies,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lineage — Complete provenance chain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Agent dissent records — Every disagreement logged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Timestamps — Cryptographic time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Signatures — Customer-owned key (Ed25519/RSA-PSS)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manifest.json + hashes — Programmatic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audit evidence packet exported in seconds. PDF for humans, JSON for programmatic verification. Signed with customer-owned keys.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 FEATURES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Built-In, Not Bolted 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evidence ledger — Cryptographic proof of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monitoring — Real-time compliance posture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Gap scanner — Automatic compliance gap identification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— 23 jurisdictions supported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absorb — Ingest new regulations, map impact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engine — Automated enforcement and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CendiaDissent™ — Formal dissent with retaliation protection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11-ledg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OPPORTUNITY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(Cloud to Air-Gap)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9" name="Picture 18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 Knows the compliance burden firsthand.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205K+ passing tests. 156 validated API endpoints. Live production platform. Full compliance engine.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GTM hiring (sales + partnerships), SOC 2 Type II certification, first enterprise pilots.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is resolved — this is a GTM-stage investment.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Shouldn't Be an Afterthought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Build evidence as you decide. Not after the auditor calls.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Enterprise AI Decision Governance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