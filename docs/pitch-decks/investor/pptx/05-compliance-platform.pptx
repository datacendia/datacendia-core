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Decision Governance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Evidence for Every AI-Assisted Decision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Evidence Infrastructure for AI Systems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COMPLIANCE BURDEN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Aug 2025 Enforcement Deadline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DORA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Jan 2025 — Financial AI Resilience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€35M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Max EU AI Act Penalty (Art. 99)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Competitors w/ Crypto Decision Evidence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COMPLIANCE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Compliance Roadmap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EVIDENCE GENERATION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What an Auditor Actually Receives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summary — PDF executive report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Full decision trace — Inputs, evidence, tool calls, policies, rationale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Data lineage — Complete provenance chain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Agent dissent records — Every disagreement logged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Timestamps — Cryptographic time attestation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Signatures — Customer-owned key (Ed25519/RSA-PSS)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manifest.json + hashes — Programmatic verification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Complete audit evidence packet exported in seconds. PDF for humans, JSON for programmatic verification. Signed with customer-owned keys.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COMPLIANCE FEATURES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Built-In, Not Bolted On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Immutable evidence ledger — Cryptographic proof of every decision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Continuous monitoring — Real-time compliance posture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Gap scanner — Automatic compliance gap identification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Cross-jurisdiction — 23 jurisdictions supported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Regulatory absorb — Ingest new regulations, map impact automatically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Policy engine — Automated enforcement and attestation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CendiaDissent™ — Formal dissent with retaliation protection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MARKET OPPORTUNITY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in DDGI Framework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 (Cloud to Air-Gap)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PRICING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Transparent, Procurement-Ready Pricing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DEPLOYMENT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Deploy Anywhere — Your Infrastructure, Your Control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 Knows the compliance burden firsthand.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205K+ passing tests. 156 validated API endpoints. Live production platform. Full compliance engine.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Community  Free (Apache 2.0, open-source)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GTM hiring (sales + partnerships), SOC 2 Type II certification, first enterprise pilots.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is resolved — this is a GTM-stage investment.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Compliance Shouldn't Be an Afterthought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Build evidence as you decide. Not after the auditor calls.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— Enterprise AI Decision Governance</dc:title>
  <dc:subject>PptxGenJS Presentation</dc:subject>
  <dc:creator>Datacendia</dc:creator>
  <cp:lastModifiedBy>Datacendia</cp:lastModifiedBy>
  <cp:revision>1</cp:revision>
  <dcterms:created xsi:type="dcterms:W3CDTF">2026-03-17T14:12:19Z</dcterms:created>
  <dcterms:modified xsi:type="dcterms:W3CDTF">2026-03-17T14:12:19Z</dcterms:modified>
</cp:coreProperties>
</file>