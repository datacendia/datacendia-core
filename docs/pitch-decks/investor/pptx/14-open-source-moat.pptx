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Open Source Strategy &amp; Moat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Open Source Strategy &amp; Moat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