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Open Source Strategy &amp; Moat &amp; Capital Markets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Governance for Regulated Financial Institutions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Evidence Infrastructure for AI Systems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DORA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Jan 2025 — AI Operational Resilience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Basel III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Auditable Risk Models Required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MiFID II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Full Audit Trail for Algo Trading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Crypto Decision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Banks Deploy AI Without Audit Trails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Credit decisions influenced by AI with no explainability for regulators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operational resilience documentation for all AI systems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Basel III mandates auditable risk models — AI black boxes fail this test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MiFID II requires full audit trails for algorithmic trading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deliberation with cryptographic evidence for every credit, trading, and risk decision — regulator-ready proof before the auditor calls.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Credit decision review with dissent tracking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M&amp;A due diligence with full evidence trail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DORA compliance with automated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Investment committee structured deliberation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Regulatory change mapping to P&amp;L impact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Open Source Strategy &amp; Moat is the largest regulated vertical. DORA enforcement creates immediate demand. Only platform providing cryptographic decision evidence — a regulatory requirement with zero incumbent solutions.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Governance for Regulated Financial Institutions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Banking &amp; Capital Markets</dc:title>
  <dc:subject>Banking &amp; Capital Markets</dc:subject>
  <dc:creator>Datacendia</dc:creator>
  <cp:lastModifiedBy>Datacendia</cp:lastModifiedBy>
  <cp:revision>1</cp:revision>
  <dcterms:created xsi:type="dcterms:W3CDTF">2026-03-17T14:11:48Z</dcterms:created>
  <dcterms:modified xsi:type="dcterms:W3CDTF">2026-03-17T14:11:48Z</dcterms:modified>
</cp:coreProperties>
</file>