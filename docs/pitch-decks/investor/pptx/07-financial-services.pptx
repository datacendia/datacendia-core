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 and audit-ready AI for banking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FINANCIAL SERVICES AI GAP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FINANCE AGENTS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Specialized Financial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P&amp;L analysis, budget forecasting, fiscal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modeling, risk quantification, scenarios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strategy, asset allocation,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analysis, counterparty risk,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Cash management, liquidity, FX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SOX, PCI-DSS, DORA, Basel III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review — Multi-agent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Risk-adjusted 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Map new regulations to P&amp;L impact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review — AI-flagged transactions with full decision lineage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LANDSCAPE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AI Comparison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Services Decision Intelligence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