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Services Decision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management and audit-ready AI for banking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FINANCIAL SERVICES AI GAP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FINANCE 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Specialized Financial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P&amp;L analysis, budget forecasting, fiscal health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modeling, risk quantification, scenarios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strategy, asset allocation,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analysis, counterparty risk,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Cash management, liquidity, FX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SOX, PCI-DSS, DORA, Basel III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Services Deployments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decision review — Multi-agent assessment with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due diligence — Risk-adjusted 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compliance — Operational resilience with automated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Structured deliberation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— Map new regulations to P&amp;L impact automatically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Fraud review — AI-flagged transactions with full decision lineage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LANDSCAPE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Services AI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Services Decision Intelligence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